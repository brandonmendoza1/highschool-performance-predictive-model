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p:regular r:id="rId42"/>
      <p:bold r:id="rId43"/>
      <p:italic r:id="rId44"/>
      <p:boldItalic r:id="rId45"/>
    </p:embeddedFont>
    <p:embeddedFont>
      <p:font typeface="Lato"/>
      <p:regular r:id="rId46"/>
      <p:bold r:id="rId47"/>
      <p:italic r:id="rId48"/>
      <p:boldItalic r:id="rId49"/>
    </p:embeddedFont>
    <p:embeddedFont>
      <p:font typeface="Bebas Neue"/>
      <p:regular r:id="rId50"/>
    </p:embeddedFont>
    <p:embeddedFont>
      <p:font typeface="Days On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7FDDD3-5CF0-45FB-8820-A3A4E7E027BA}">
  <a:tblStyle styleId="{097FDDD3-5CF0-45FB-8820-A3A4E7E027B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regular.fntdata"/><Relationship Id="rId41" Type="http://schemas.openxmlformats.org/officeDocument/2006/relationships/slide" Target="slides/slide36.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Lato-regular.fntdata"/><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DaysOne-regular.fntdata"/><Relationship Id="rId50" Type="http://schemas.openxmlformats.org/officeDocument/2006/relationships/font" Target="fonts/BebasNeue-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epositorium.sdum.uminho.pt/bitstream/1822/8024/1/student.pd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emanticscholar.org/reader/b2af31331cd9199832a503b8901878ad1871343f"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ink.springer.com/article/10.1007/s10639-021-10575-3"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pubs.com/Shuhxian123/1137519"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brianhulela/using-k-nearest-neighbors-for-student-performance-regression-fd5c58155c06"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pubs.com/krithiha/709739"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ee2869b1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ee2869b1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e207fd22f2_0_25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e207fd22f2_0_25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Period = semesters</a:t>
            </a:r>
            <a:endParaRPr/>
          </a:p>
          <a:p>
            <a:pPr indent="0" lvl="0" marL="0" rtl="0" algn="l">
              <a:spcBef>
                <a:spcPts val="0"/>
              </a:spcBef>
              <a:spcAft>
                <a:spcPts val="0"/>
              </a:spcAft>
              <a:buNone/>
            </a:pPr>
            <a:r>
              <a:rPr lang="en"/>
              <a:t>We chose to do language as our dataset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4d7de93e3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34d7de93e3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LITERATURE REVIEW LINK: </a:t>
            </a:r>
            <a:r>
              <a:rPr lang="en" u="sng">
                <a:solidFill>
                  <a:schemeClr val="hlink"/>
                </a:solidFill>
                <a:hlinkClick r:id="rId2"/>
              </a:rPr>
              <a:t>http://repositorium.sdum.uminho.pt/bitstream/1822/8024/1/student.pdf</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ASHLEY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4d9d27c2c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4d9d27c2c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LITERATURE REVIEW LINK: </a:t>
            </a:r>
            <a:r>
              <a:rPr lang="en" u="sng">
                <a:solidFill>
                  <a:schemeClr val="hlink"/>
                </a:solidFill>
                <a:hlinkClick r:id="rId2"/>
              </a:rPr>
              <a:t>https://www.semanticscholar.org/reader/b2af31331cd9199832a503b8901878ad1871343f</a:t>
            </a:r>
            <a:r>
              <a:rPr lang="en">
                <a:solidFill>
                  <a:schemeClr val="dk1"/>
                </a:solidFill>
              </a:rPr>
              <a:t>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ASHLEY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4d9d27c2c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34d9d27c2c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LITERATURE REVIEW LINK: </a:t>
            </a:r>
            <a:r>
              <a:rPr lang="en" u="sng">
                <a:solidFill>
                  <a:schemeClr val="hlink"/>
                </a:solidFill>
                <a:hlinkClick r:id="rId2"/>
              </a:rPr>
              <a:t>https://link.springer.com/article/10.1007/s10639-021-10575-3</a:t>
            </a:r>
            <a:r>
              <a:rPr lang="en">
                <a:solidFill>
                  <a:schemeClr val="dk1"/>
                </a:solidFill>
              </a:rPr>
              <a:t> </a:t>
            </a:r>
            <a:endParaRPr>
              <a:solidFill>
                <a:schemeClr val="dk1"/>
              </a:solidFill>
            </a:endParaRPr>
          </a:p>
          <a:p>
            <a:pPr indent="0" lvl="0" marL="0" rtl="0" algn="l">
              <a:spcBef>
                <a:spcPts val="0"/>
              </a:spcBef>
              <a:spcAft>
                <a:spcPts val="0"/>
              </a:spcAft>
              <a:buNone/>
            </a:pPr>
            <a:r>
              <a:t/>
            </a:r>
            <a:endParaRPr/>
          </a:p>
          <a:p>
            <a:pPr indent="-301625" lvl="0" marL="457200" rtl="0" algn="l">
              <a:lnSpc>
                <a:spcPct val="115000"/>
              </a:lnSpc>
              <a:spcBef>
                <a:spcPts val="0"/>
              </a:spcBef>
              <a:spcAft>
                <a:spcPts val="0"/>
              </a:spcAft>
              <a:buClr>
                <a:srgbClr val="3C2C31"/>
              </a:buClr>
              <a:buSzPts val="1150"/>
              <a:buFont typeface="Lato"/>
              <a:buChar char="●"/>
            </a:pPr>
            <a:r>
              <a:rPr lang="en" sz="1150">
                <a:solidFill>
                  <a:srgbClr val="3C2C31"/>
                </a:solidFill>
                <a:latin typeface="Lato"/>
                <a:ea typeface="Lato"/>
                <a:cs typeface="Lato"/>
                <a:sym typeface="Lato"/>
              </a:rPr>
              <a:t>Data revolved around: (a few examples)</a:t>
            </a:r>
            <a:endParaRPr sz="1150">
              <a:solidFill>
                <a:srgbClr val="3C2C31"/>
              </a:solidFill>
              <a:latin typeface="Lato"/>
              <a:ea typeface="Lato"/>
              <a:cs typeface="Lato"/>
              <a:sym typeface="Lato"/>
            </a:endParaRPr>
          </a:p>
          <a:p>
            <a:pPr indent="-301625" lvl="1" marL="914400" rtl="0" algn="l">
              <a:lnSpc>
                <a:spcPct val="115000"/>
              </a:lnSpc>
              <a:spcBef>
                <a:spcPts val="0"/>
              </a:spcBef>
              <a:spcAft>
                <a:spcPts val="0"/>
              </a:spcAft>
              <a:buClr>
                <a:srgbClr val="3C2C31"/>
              </a:buClr>
              <a:buSzPts val="1150"/>
              <a:buFont typeface="Lato"/>
              <a:buChar char="○"/>
            </a:pPr>
            <a:r>
              <a:rPr lang="en" sz="1150">
                <a:solidFill>
                  <a:srgbClr val="3C2C31"/>
                </a:solidFill>
                <a:latin typeface="Lato"/>
                <a:ea typeface="Lato"/>
                <a:cs typeface="Lato"/>
                <a:sym typeface="Lato"/>
              </a:rPr>
              <a:t>Academic scores → based on Computer Science Lab scores</a:t>
            </a:r>
            <a:endParaRPr sz="1150">
              <a:solidFill>
                <a:srgbClr val="3C2C31"/>
              </a:solidFill>
              <a:latin typeface="Lato"/>
              <a:ea typeface="Lato"/>
              <a:cs typeface="Lato"/>
              <a:sym typeface="Lato"/>
            </a:endParaRPr>
          </a:p>
          <a:p>
            <a:pPr indent="-301625" lvl="1" marL="914400" rtl="0" algn="l">
              <a:lnSpc>
                <a:spcPct val="115000"/>
              </a:lnSpc>
              <a:spcBef>
                <a:spcPts val="0"/>
              </a:spcBef>
              <a:spcAft>
                <a:spcPts val="0"/>
              </a:spcAft>
              <a:buClr>
                <a:srgbClr val="3C2C31"/>
              </a:buClr>
              <a:buSzPts val="1150"/>
              <a:buFont typeface="Lato"/>
              <a:buChar char="○"/>
            </a:pPr>
            <a:r>
              <a:rPr lang="en" sz="1150">
                <a:solidFill>
                  <a:srgbClr val="3C2C31"/>
                </a:solidFill>
                <a:latin typeface="Lato"/>
                <a:ea typeface="Lato"/>
                <a:cs typeface="Lato"/>
                <a:sym typeface="Lato"/>
              </a:rPr>
              <a:t>Behavioral/Survey Variables → interest, learning strategy, career aspiration</a:t>
            </a:r>
            <a:endParaRPr sz="1150">
              <a:solidFill>
                <a:srgbClr val="3C2C31"/>
              </a:solidFill>
              <a:latin typeface="Lato"/>
              <a:ea typeface="Lato"/>
              <a:cs typeface="Lato"/>
              <a:sym typeface="Lato"/>
            </a:endParaRPr>
          </a:p>
          <a:p>
            <a:pPr indent="-301625" lvl="1" marL="914400" rtl="0" algn="l">
              <a:lnSpc>
                <a:spcPct val="115000"/>
              </a:lnSpc>
              <a:spcBef>
                <a:spcPts val="0"/>
              </a:spcBef>
              <a:spcAft>
                <a:spcPts val="0"/>
              </a:spcAft>
              <a:buClr>
                <a:srgbClr val="3C2C31"/>
              </a:buClr>
              <a:buSzPts val="1150"/>
              <a:buFont typeface="Lato"/>
              <a:buChar char="○"/>
            </a:pPr>
            <a:r>
              <a:rPr lang="en" sz="1150">
                <a:solidFill>
                  <a:srgbClr val="3C2C31"/>
                </a:solidFill>
                <a:latin typeface="Lato"/>
                <a:ea typeface="Lato"/>
                <a:cs typeface="Lato"/>
                <a:sym typeface="Lato"/>
              </a:rPr>
              <a:t>Demographics → gender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4d09d1d4d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4d09d1d4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50db0cad6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50db0cad6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50f870e2f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50f870e2f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50db0cad6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50db0cad6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51019e4f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51019e4f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e1d838b6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e1d838b62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Roboto"/>
                <a:ea typeface="Roboto"/>
                <a:cs typeface="Roboto"/>
                <a:sym typeface="Roboto"/>
              </a:rPr>
              <a:t>Including G1 and 2 led to an extremely high R^2 and the goal was to be able to predict G3 without any knowledge of prior performance</a:t>
            </a:r>
            <a:r>
              <a:rPr lang="en" sz="1050">
                <a:solidFill>
                  <a:srgbClr val="444746"/>
                </a:solidFill>
                <a:latin typeface="Roboto"/>
                <a:ea typeface="Roboto"/>
                <a:cs typeface="Roboto"/>
                <a:sym typeface="Roboto"/>
              </a:rPr>
              <a:t>.</a:t>
            </a:r>
            <a:r>
              <a:rPr lang="en"/>
              <a:t> Our GOAL: Predict the final grade of a student based on a student’s </a:t>
            </a:r>
            <a:r>
              <a:rPr lang="en"/>
              <a:t>lifestyle</a:t>
            </a:r>
            <a:r>
              <a:rPr lang="en"/>
              <a:t>, habits, and environment</a:t>
            </a:r>
            <a:endParaRPr/>
          </a:p>
          <a:p>
            <a:pPr indent="0" lvl="0" marL="0" rtl="0" algn="l">
              <a:spcBef>
                <a:spcPts val="0"/>
              </a:spcBef>
              <a:spcAft>
                <a:spcPts val="0"/>
              </a:spcAft>
              <a:buNone/>
            </a:pPr>
            <a:r>
              <a:rPr lang="en"/>
              <a:t>Beta Values: after selecting the best subset, </a:t>
            </a:r>
            <a:r>
              <a:rPr lang="en"/>
              <a:t>which</a:t>
            </a:r>
            <a:r>
              <a:rPr lang="en"/>
              <a:t> is selected through observing R2 and Mallow’s cp, were including beta values of fathers education, study time, failures, absences, school support, the sex, and if the student plans to pursue a higher education and an intercept of 7.66 (variables 6 through 8 in the equation use dummy variables 1 and 0)</a:t>
            </a:r>
            <a:endParaRPr/>
          </a:p>
          <a:p>
            <a:pPr indent="0" lvl="0" marL="0" rtl="0" algn="l">
              <a:spcBef>
                <a:spcPts val="0"/>
              </a:spcBef>
              <a:spcAft>
                <a:spcPts val="0"/>
              </a:spcAft>
              <a:buNone/>
            </a:pPr>
            <a:r>
              <a:rPr b="1" lang="en"/>
              <a:t>The R2</a:t>
            </a:r>
            <a:r>
              <a:rPr lang="en"/>
              <a:t> had a result of 0.2985, indicating that 29.85% of the variation in the target variable is </a:t>
            </a:r>
            <a:r>
              <a:rPr lang="en"/>
              <a:t>explained</a:t>
            </a:r>
            <a:r>
              <a:rPr lang="en"/>
              <a:t> by the model</a:t>
            </a:r>
            <a:endParaRPr/>
          </a:p>
          <a:p>
            <a:pPr indent="0" lvl="0" marL="0" rtl="0" algn="l">
              <a:spcBef>
                <a:spcPts val="0"/>
              </a:spcBef>
              <a:spcAft>
                <a:spcPts val="0"/>
              </a:spcAft>
              <a:buNone/>
            </a:pPr>
            <a:r>
              <a:rPr lang="en"/>
              <a:t>P-Values: The p-values displayed are </a:t>
            </a:r>
            <a:r>
              <a:rPr lang="en">
                <a:solidFill>
                  <a:schemeClr val="dk1"/>
                </a:solidFill>
              </a:rPr>
              <a:t>predictors that are </a:t>
            </a:r>
            <a:r>
              <a:rPr b="1" lang="en">
                <a:solidFill>
                  <a:schemeClr val="dk1"/>
                </a:solidFill>
              </a:rPr>
              <a:t>statistically significant, as we used forward selection to </a:t>
            </a:r>
            <a:r>
              <a:rPr b="1" lang="en">
                <a:solidFill>
                  <a:schemeClr val="dk1"/>
                </a:solidFill>
              </a:rPr>
              <a:t>select</a:t>
            </a:r>
            <a:r>
              <a:rPr b="1" lang="en">
                <a:solidFill>
                  <a:schemeClr val="dk1"/>
                </a:solidFill>
              </a:rPr>
              <a:t> best subset of variables</a:t>
            </a:r>
            <a:endParaRPr b="1">
              <a:solidFill>
                <a:schemeClr val="dk1"/>
              </a:solidFill>
            </a:endParaRPr>
          </a:p>
          <a:p>
            <a:pPr indent="0" lvl="0" marL="0" rtl="0" algn="l">
              <a:spcBef>
                <a:spcPts val="0"/>
              </a:spcBef>
              <a:spcAft>
                <a:spcPts val="0"/>
              </a:spcAft>
              <a:buNone/>
            </a:pPr>
            <a:r>
              <a:rPr b="1" lang="en">
                <a:solidFill>
                  <a:schemeClr val="dk1"/>
                </a:solidFill>
              </a:rPr>
              <a:t>Predictive Performance: </a:t>
            </a:r>
            <a:r>
              <a:rPr lang="en">
                <a:solidFill>
                  <a:schemeClr val="dk1"/>
                </a:solidFill>
                <a:latin typeface="Lato"/>
                <a:ea typeface="Lato"/>
                <a:cs typeface="Lato"/>
                <a:sym typeface="Lato"/>
              </a:rPr>
              <a:t>The model provides some predictive value, is statistically valid, and gives directional insights. Could include more contributing variables.</a:t>
            </a:r>
            <a:endParaRPr>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However, it is not highly accurate for precise prediction.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ASHLEY</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4f960557c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4f960557c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Stepwise selection had similar results to </a:t>
            </a:r>
            <a:r>
              <a:rPr lang="en"/>
              <a:t>forward</a:t>
            </a:r>
            <a:r>
              <a:rPr lang="en"/>
              <a:t> selection. Here are some key differences:</a:t>
            </a:r>
            <a:endParaRPr/>
          </a:p>
          <a:p>
            <a:pPr indent="0" lvl="0" marL="0" rtl="0" algn="l">
              <a:spcBef>
                <a:spcPts val="0"/>
              </a:spcBef>
              <a:spcAft>
                <a:spcPts val="0"/>
              </a:spcAft>
              <a:buNone/>
            </a:pPr>
            <a:r>
              <a:rPr lang="en"/>
              <a:t>When looking at the BETA VALUES we have the same variables selected as compared to the forward </a:t>
            </a:r>
            <a:r>
              <a:rPr lang="en"/>
              <a:t>selection</a:t>
            </a:r>
            <a:r>
              <a:rPr lang="en"/>
              <a:t>. The linear regression equation includes the beta values for the variables selected after clicking best subset. The </a:t>
            </a:r>
            <a:r>
              <a:rPr lang="en"/>
              <a:t>noticeable</a:t>
            </a:r>
            <a:r>
              <a:rPr lang="en"/>
              <a:t> difference would be the intercept of 7.659</a:t>
            </a:r>
            <a:endParaRPr/>
          </a:p>
          <a:p>
            <a:pPr indent="0" lvl="0" marL="0" rtl="0" algn="l">
              <a:spcBef>
                <a:spcPts val="0"/>
              </a:spcBef>
              <a:spcAft>
                <a:spcPts val="0"/>
              </a:spcAft>
              <a:buNone/>
            </a:pPr>
            <a:r>
              <a:rPr lang="en"/>
              <a:t>R2: The r2 is 0.2985 suggesting, 29.85</a:t>
            </a:r>
            <a:r>
              <a:rPr lang="en"/>
              <a:t>% of the variance in the outcome is explained by the model.</a:t>
            </a:r>
            <a:endParaRPr/>
          </a:p>
          <a:p>
            <a:pPr indent="0" lvl="0" marL="0" rtl="0" algn="l">
              <a:spcBef>
                <a:spcPts val="0"/>
              </a:spcBef>
              <a:spcAft>
                <a:spcPts val="0"/>
              </a:spcAft>
              <a:buNone/>
            </a:pPr>
            <a:r>
              <a:rPr lang="en"/>
              <a:t>P-values:</a:t>
            </a:r>
            <a:r>
              <a:rPr lang="en">
                <a:solidFill>
                  <a:schemeClr val="dk1"/>
                </a:solidFill>
              </a:rPr>
              <a:t>The p-values displayed are predictors that are </a:t>
            </a:r>
            <a:r>
              <a:rPr b="1" lang="en">
                <a:solidFill>
                  <a:schemeClr val="dk1"/>
                </a:solidFill>
              </a:rPr>
              <a:t>statistically significant, as we used forward selection to select best subset of variables and present how these variables have an effect towards the outcome</a:t>
            </a:r>
            <a:endParaRPr b="1">
              <a:solidFill>
                <a:schemeClr val="dk1"/>
              </a:solidFill>
            </a:endParaRPr>
          </a:p>
          <a:p>
            <a:pPr indent="0" lvl="0" marL="0" rtl="0" algn="l">
              <a:spcBef>
                <a:spcPts val="0"/>
              </a:spcBef>
              <a:spcAft>
                <a:spcPts val="0"/>
              </a:spcAft>
              <a:buNone/>
            </a:pPr>
            <a:r>
              <a:rPr b="1" lang="en">
                <a:solidFill>
                  <a:schemeClr val="dk1"/>
                </a:solidFill>
              </a:rPr>
              <a:t>Prediction Performance:</a:t>
            </a:r>
            <a:r>
              <a:rPr b="1" lang="en" sz="1700">
                <a:solidFill>
                  <a:schemeClr val="dk1"/>
                </a:solidFill>
              </a:rPr>
              <a:t> </a:t>
            </a:r>
            <a:r>
              <a:rPr baseline="-25000" lang="en" sz="1700">
                <a:solidFill>
                  <a:schemeClr val="dk1"/>
                </a:solidFill>
              </a:rPr>
              <a:t>The model has moderate predictive power. The significant predictors are logically consistent with academic performance drivers like study time, academic failures, and educational aspirations.</a:t>
            </a:r>
            <a:endParaRPr b="1" sz="17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ASHLEY and HANNA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4e55d40d4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34e55d40d4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Beta Values: after selecting the best subset there was noticeable difference in coefficients and there is an intercept of 10.99 , and 27 variables  that contribute to the linear regression equation. But it was consistent with the previous variables such as fathers education, failures, study time, etc.</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P-Values: The p-values displayed the ones highlighted in red indicate they are not statistically significant and are higher than 0.05, some added variables in this model with a statistically significant p-values include geological address/ location, relationship status, and health status.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R2</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Predictive Performance: </a:t>
            </a:r>
            <a:r>
              <a:rPr lang="en">
                <a:solidFill>
                  <a:schemeClr val="dk1"/>
                </a:solidFill>
                <a:latin typeface="Lato"/>
                <a:ea typeface="Lato"/>
                <a:cs typeface="Lato"/>
                <a:sym typeface="Lato"/>
              </a:rPr>
              <a:t>Key academic and demographic features like study time, academic failures, school, gender, and future education goals—are significant predictors. With a moderate R</a:t>
            </a:r>
            <a:r>
              <a:rPr baseline="30000" lang="en">
                <a:solidFill>
                  <a:schemeClr val="dk1"/>
                </a:solidFill>
                <a:latin typeface="Lato"/>
                <a:ea typeface="Lato"/>
                <a:cs typeface="Lato"/>
                <a:sym typeface="Lato"/>
              </a:rPr>
              <a:t>2</a:t>
            </a:r>
            <a:r>
              <a:rPr lang="en">
                <a:solidFill>
                  <a:schemeClr val="dk1"/>
                </a:solidFill>
                <a:latin typeface="Lato"/>
                <a:ea typeface="Lato"/>
                <a:cs typeface="Lato"/>
                <a:sym typeface="Lato"/>
              </a:rPr>
              <a:t>. However, this selection method has the lowest RMSE. This would be the best selection method as it also has a higher R2 given more selected variables.</a:t>
            </a:r>
            <a:endParaRPr b="1">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ASHLEY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4f960557c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34f960557c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that we selected backwards </a:t>
            </a:r>
            <a:r>
              <a:rPr lang="en">
                <a:solidFill>
                  <a:schemeClr val="dk1"/>
                </a:solidFill>
              </a:rPr>
              <a:t>selection</a:t>
            </a:r>
            <a:r>
              <a:rPr lang="en">
                <a:solidFill>
                  <a:schemeClr val="dk1"/>
                </a:solidFill>
              </a:rPr>
              <a:t> due to analyzing the summary of data and having lowest RMSE. The histogram of residuals suggests that they are normally distributed. We continued to check </a:t>
            </a:r>
            <a:r>
              <a:rPr lang="en">
                <a:solidFill>
                  <a:schemeClr val="dk1"/>
                </a:solidFill>
              </a:rPr>
              <a:t>assumptions</a:t>
            </a:r>
            <a:r>
              <a:rPr lang="en">
                <a:solidFill>
                  <a:schemeClr val="dk1"/>
                </a:solidFill>
              </a:rPr>
              <a:t>. The scatter plot  is of the residuals over fitted grade, it suggests that the independence assumption is met, as residuals are randomly scattered. However, homoscedasticity is violated, with residual variance decreasing as predicted values increase, indicating potential issues with unequal error spread.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ASHLEY</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51019e4f2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351019e4f2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DAVIN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51c3298b2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51c3298b2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DAVIN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351871ea3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351871ea3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DAVIN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51c3298b2b_2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351c3298b2b_2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DAVIN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51c3298b2b_26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51c3298b2b_26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Brandon</a:t>
            </a:r>
            <a:endParaRPr/>
          </a:p>
          <a:p>
            <a:pPr indent="0" lvl="0" marL="0" rtl="0" algn="l">
              <a:spcBef>
                <a:spcPts val="0"/>
              </a:spcBef>
              <a:spcAft>
                <a:spcPts val="0"/>
              </a:spcAft>
              <a:buNone/>
            </a:pPr>
            <a:r>
              <a:rPr lang="en"/>
              <a:t>Stepwise: RMSE: 2.5581 → R2: .2985; </a:t>
            </a:r>
            <a:r>
              <a:rPr lang="en">
                <a:solidFill>
                  <a:srgbClr val="3C2C31"/>
                </a:solidFill>
              </a:rPr>
              <a:t>Removal of least relevant predictors (keeping 8) for this model, but produced results with low prediction power.</a:t>
            </a:r>
            <a:endParaRPr>
              <a:solidFill>
                <a:srgbClr val="3C2C31"/>
              </a:solidFill>
            </a:endParaRPr>
          </a:p>
          <a:p>
            <a:pPr indent="0" lvl="0" marL="0" rtl="0" algn="l">
              <a:spcBef>
                <a:spcPts val="0"/>
              </a:spcBef>
              <a:spcAft>
                <a:spcPts val="0"/>
              </a:spcAft>
              <a:buNone/>
            </a:pPr>
            <a:r>
              <a:rPr lang="en">
                <a:solidFill>
                  <a:srgbClr val="3C2C31"/>
                </a:solidFill>
              </a:rPr>
              <a:t>Forward : RMSE: 2.5581 → R2: .2985 XLMiner uses the same variables as the stepwise model, thus producing identical results.</a:t>
            </a:r>
            <a:endParaRPr>
              <a:solidFill>
                <a:srgbClr val="3C2C31"/>
              </a:solidFill>
            </a:endParaRPr>
          </a:p>
          <a:p>
            <a:pPr indent="0" lvl="0" marL="0" rtl="0" algn="l">
              <a:spcBef>
                <a:spcPts val="0"/>
              </a:spcBef>
              <a:spcAft>
                <a:spcPts val="0"/>
              </a:spcAft>
              <a:buNone/>
            </a:pPr>
            <a:r>
              <a:rPr lang="en">
                <a:solidFill>
                  <a:srgbClr val="3C2C31"/>
                </a:solidFill>
              </a:rPr>
              <a:t>Backward: RMSE: RMSE: 2.4843 → R2: .3383 Outperformed both stepwise and forward models in fit and prediction accuracy. Most effective model overall. </a:t>
            </a:r>
            <a:r>
              <a:rPr b="1" lang="en" u="sng">
                <a:solidFill>
                  <a:srgbClr val="3C2C31"/>
                </a:solidFill>
              </a:rPr>
              <a:t>CHOSEN FOR KNN </a:t>
            </a:r>
            <a:endParaRPr b="1" u="sng">
              <a:solidFill>
                <a:srgbClr val="3C2C3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52997f6434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352997f6434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Brandon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52997f6434_3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352997f6434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DAVIN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2aa3d063a2b_0_3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2aa3d063a2b_0_3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2aa3d063a2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2aa3d063a2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a:p>
            <a:pPr indent="0" lvl="0" marL="0" rtl="0" algn="l">
              <a:spcBef>
                <a:spcPts val="0"/>
              </a:spcBef>
              <a:spcAft>
                <a:spcPts val="0"/>
              </a:spcAft>
              <a:buNone/>
            </a:pPr>
            <a:r>
              <a:rPr lang="en"/>
              <a:t>Abnormality: R^2 is higher on validation than on training. RMSE is lower on validation than on training.</a:t>
            </a:r>
            <a:endParaRPr/>
          </a:p>
          <a:p>
            <a:pPr indent="0" lvl="0" marL="0" rtl="0" algn="l">
              <a:spcBef>
                <a:spcPts val="0"/>
              </a:spcBef>
              <a:spcAft>
                <a:spcPts val="0"/>
              </a:spcAft>
              <a:buNone/>
            </a:pPr>
            <a:r>
              <a:rPr lang="en"/>
              <a:t>Interpretation:</a:t>
            </a:r>
            <a:endParaRPr/>
          </a:p>
          <a:p>
            <a:pPr indent="-298450" lvl="0" marL="457200" rtl="0" algn="l">
              <a:spcBef>
                <a:spcPts val="0"/>
              </a:spcBef>
              <a:spcAft>
                <a:spcPts val="0"/>
              </a:spcAft>
              <a:buSzPts val="1100"/>
              <a:buChar char="-"/>
            </a:pPr>
            <a:r>
              <a:rPr lang="en"/>
              <a:t>Left branch of failures (no failures)</a:t>
            </a:r>
            <a:endParaRPr/>
          </a:p>
          <a:p>
            <a:pPr indent="-298450" lvl="1" marL="914400" rtl="0" algn="l">
              <a:spcBef>
                <a:spcPts val="0"/>
              </a:spcBef>
              <a:spcAft>
                <a:spcPts val="0"/>
              </a:spcAft>
              <a:buSzPts val="1100"/>
              <a:buChar char="-"/>
            </a:pPr>
            <a:r>
              <a:rPr lang="en"/>
              <a:t>Left branch of higher (no higher education, 0) → G3 = 9.79</a:t>
            </a:r>
            <a:endParaRPr/>
          </a:p>
          <a:p>
            <a:pPr indent="-298450" lvl="1" marL="914400" rtl="0" algn="l">
              <a:spcBef>
                <a:spcPts val="0"/>
              </a:spcBef>
              <a:spcAft>
                <a:spcPts val="0"/>
              </a:spcAft>
              <a:buSzPts val="1100"/>
              <a:buChar char="-"/>
            </a:pPr>
            <a:r>
              <a:rPr lang="en"/>
              <a:t>Right </a:t>
            </a:r>
            <a:r>
              <a:rPr lang="en"/>
              <a:t>branch</a:t>
            </a:r>
            <a:r>
              <a:rPr lang="en"/>
              <a:t> of higher (yes higher education)</a:t>
            </a:r>
            <a:endParaRPr/>
          </a:p>
          <a:p>
            <a:pPr indent="-298450" lvl="2" marL="1371600" rtl="0" algn="l">
              <a:spcBef>
                <a:spcPts val="0"/>
              </a:spcBef>
              <a:spcAft>
                <a:spcPts val="0"/>
              </a:spcAft>
              <a:buSzPts val="1100"/>
              <a:buChar char="-"/>
            </a:pPr>
            <a:r>
              <a:rPr lang="en"/>
              <a:t>Left branch of school (school MS - Mousinho da Silveira, 0) → G3 = 11.71 </a:t>
            </a:r>
            <a:endParaRPr/>
          </a:p>
          <a:p>
            <a:pPr indent="-298450" lvl="2" marL="1371600" rtl="0" algn="l">
              <a:spcBef>
                <a:spcPts val="0"/>
              </a:spcBef>
              <a:spcAft>
                <a:spcPts val="0"/>
              </a:spcAft>
              <a:buSzPts val="1100"/>
              <a:buChar char="-"/>
            </a:pPr>
            <a:r>
              <a:rPr lang="en"/>
              <a:t>Right branch of school (school GP - Gabriel Pereira, 1) → G3 = 13.11</a:t>
            </a:r>
            <a:endParaRPr/>
          </a:p>
          <a:p>
            <a:pPr indent="-298450" lvl="0" marL="457200" rtl="0" algn="l">
              <a:spcBef>
                <a:spcPts val="0"/>
              </a:spcBef>
              <a:spcAft>
                <a:spcPts val="0"/>
              </a:spcAft>
              <a:buSzPts val="1100"/>
              <a:buChar char="-"/>
            </a:pPr>
            <a:r>
              <a:rPr lang="en"/>
              <a:t>Right branch of failures (more than 1 failure)</a:t>
            </a:r>
            <a:endParaRPr/>
          </a:p>
          <a:p>
            <a:pPr indent="-298450" lvl="1" marL="914400" rtl="0" algn="l">
              <a:spcBef>
                <a:spcPts val="0"/>
              </a:spcBef>
              <a:spcAft>
                <a:spcPts val="0"/>
              </a:spcAft>
              <a:buSzPts val="1100"/>
              <a:buChar char="-"/>
            </a:pPr>
            <a:r>
              <a:rPr lang="en"/>
              <a:t>Left branch of absences (no absences, 0) → G3 = 6 </a:t>
            </a:r>
            <a:endParaRPr/>
          </a:p>
          <a:p>
            <a:pPr indent="-298450" lvl="1" marL="914400" rtl="0" algn="l">
              <a:spcBef>
                <a:spcPts val="0"/>
              </a:spcBef>
              <a:spcAft>
                <a:spcPts val="0"/>
              </a:spcAft>
              <a:buSzPts val="1100"/>
              <a:buChar char="-"/>
            </a:pPr>
            <a:r>
              <a:rPr lang="en"/>
              <a:t>Right branch of absences (one or more absence, 1) → G3 = 9.35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2aa3d063a2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2aa3d063a2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351c3298b2b_1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351c3298b2b_1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ORIANNE</a:t>
            </a:r>
            <a:endParaRPr/>
          </a:p>
          <a:p>
            <a:pPr indent="0" lvl="0" marL="0" rtl="0" algn="l">
              <a:spcBef>
                <a:spcPts val="0"/>
              </a:spcBef>
              <a:spcAft>
                <a:spcPts val="0"/>
              </a:spcAft>
              <a:buNone/>
            </a:pPr>
            <a:r>
              <a:rPr lang="en"/>
              <a:t>RMSE is 2.6 and R^2 is 29%. </a:t>
            </a:r>
            <a:endParaRPr/>
          </a:p>
          <a:p>
            <a:pPr indent="0" lvl="0" marL="0" rtl="0" algn="l">
              <a:spcBef>
                <a:spcPts val="0"/>
              </a:spcBef>
              <a:spcAft>
                <a:spcPts val="0"/>
              </a:spcAft>
              <a:buNone/>
            </a:pPr>
            <a:r>
              <a:rPr lang="en"/>
              <a:t>Interpretation: </a:t>
            </a:r>
            <a:endParaRPr/>
          </a:p>
          <a:p>
            <a:pPr indent="-298450" lvl="0" marL="457200" rtl="0" algn="l">
              <a:spcBef>
                <a:spcPts val="0"/>
              </a:spcBef>
              <a:spcAft>
                <a:spcPts val="0"/>
              </a:spcAft>
              <a:buSzPts val="1100"/>
              <a:buChar char="-"/>
            </a:pPr>
            <a:r>
              <a:rPr lang="en"/>
              <a:t>Left branch of failures (0 failures) → 12.47 </a:t>
            </a:r>
            <a:endParaRPr/>
          </a:p>
          <a:p>
            <a:pPr indent="-298450" lvl="0" marL="457200" rtl="0" algn="l">
              <a:spcBef>
                <a:spcPts val="0"/>
              </a:spcBef>
              <a:spcAft>
                <a:spcPts val="0"/>
              </a:spcAft>
              <a:buSzPts val="1100"/>
              <a:buChar char="-"/>
            </a:pPr>
            <a:r>
              <a:rPr lang="en"/>
              <a:t>Right branch of </a:t>
            </a:r>
            <a:r>
              <a:rPr lang="en"/>
              <a:t>failures</a:t>
            </a:r>
            <a:r>
              <a:rPr lang="en"/>
              <a:t> (1+ failures) → 8.38</a:t>
            </a:r>
            <a:endParaRPr/>
          </a:p>
          <a:p>
            <a:pPr indent="0" lvl="0" marL="0" rtl="0" algn="l">
              <a:spcBef>
                <a:spcPts val="0"/>
              </a:spcBef>
              <a:spcAft>
                <a:spcPts val="0"/>
              </a:spcAft>
              <a:buNone/>
            </a:pPr>
            <a:r>
              <a:rPr lang="en"/>
              <a:t>Conclusion: Lower R^2 in comparison to other models, not the best model for prediction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352997f6434_3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352997f6434_3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DAVIN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2aa3d063a2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2aa3d063a2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TAYLOR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51f7db24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351f7db24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https://rpubs.com/Shuhxian123/1137519</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ORIANNE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351f7db243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g351f7db243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https://medium.com/@brianhulela/using-k-nearest-neighbors-for-student-performance-regression-fd5c58155c06</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ORIANNE and HANNA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51f7db243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351f7db243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https://rpubs.com/krithiha/709739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ORIANNE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351f7db243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351f7db243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ORIANNE and HANNA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2aa3d063a2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3" name="Google Shape;1553;g2aa3d063a2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DAVIN and HANNA</a:t>
            </a:r>
            <a:endParaRPr/>
          </a:p>
          <a:p>
            <a:pPr indent="0" lvl="0" marL="0" rtl="0" algn="l">
              <a:spcBef>
                <a:spcPts val="0"/>
              </a:spcBef>
              <a:spcAft>
                <a:spcPts val="0"/>
              </a:spcAft>
              <a:buNone/>
            </a:pPr>
            <a:br>
              <a:rPr lang="en"/>
            </a:br>
            <a:r>
              <a:rPr b="1" lang="en">
                <a:solidFill>
                  <a:schemeClr val="dk1"/>
                </a:solidFill>
              </a:rPr>
              <a:t>Theoretical Implications:</a:t>
            </a:r>
            <a:r>
              <a:rPr lang="en">
                <a:solidFill>
                  <a:schemeClr val="dk1"/>
                </a:solidFill>
              </a:rPr>
              <a:t> Our findings are consistent with the 2008 study by P. Cortez and A.M. Silva, which highlighted how social factors—such as parental education and alcohol use—can significantly influence student performance in secondary schools. Similarly, in our analysis of students from the Portuguese school, we observed that social influences played a role in shaping academic outcomes. Additionally, when comparing our results to the data mining study on student performance by Nahar, Shova, and Ria, we recognized that the variables used in our project may not be the most effective predictors of student grades, suggesting room for further refinement in future research.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Practical Implications:</a:t>
            </a:r>
            <a:r>
              <a:rPr lang="en">
                <a:solidFill>
                  <a:schemeClr val="dk1"/>
                </a:solidFill>
              </a:rPr>
              <a:t> Based on insights from the best-performing model, the school could initiate a study to ensure that all students have reliable access to Wi-Fi. Additionally, they could conduct checks across different campus areas to confirm consistent internet availability throughout the entire school. The school could also post the wifi connection process on the school website to make it easy for students to join the network.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Policy Implications:</a:t>
            </a:r>
            <a:br>
              <a:rPr b="1" lang="en">
                <a:solidFill>
                  <a:schemeClr val="dk1"/>
                </a:solidFill>
              </a:rPr>
            </a:br>
            <a:r>
              <a:rPr lang="en">
                <a:solidFill>
                  <a:schemeClr val="dk1"/>
                </a:solidFill>
              </a:rPr>
              <a:t>The findings suggest that frequent social outings are negatively associated with student grades. As a result, the school may consider revisiting its policies on social events or reevaluating funding for clubs centered on socialization. While such measures could potentially improve academic performance, it’s important to strike a balance—overly restrictive policies may lead students to feel unsupported or overly controlled.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352997f6434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352997f6434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2aa3d063a2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2aa3d063a2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Brandon</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Although our model performed moderately well within this dataset</a:t>
            </a:r>
            <a:r>
              <a:rPr lang="en">
                <a:solidFill>
                  <a:schemeClr val="dk1"/>
                </a:solidFill>
              </a:rPr>
              <a:t>, it’s essential to test whether it works in other settings. This is where </a:t>
            </a:r>
            <a:r>
              <a:rPr lang="en">
                <a:solidFill>
                  <a:schemeClr val="dk1"/>
                </a:solidFill>
                <a:highlight>
                  <a:srgbClr val="FFFF00"/>
                </a:highlight>
              </a:rPr>
              <a:t>external validation </a:t>
            </a:r>
            <a:r>
              <a:rPr lang="en">
                <a:solidFill>
                  <a:schemeClr val="dk1"/>
                </a:solidFill>
              </a:rPr>
              <a:t>comes in. By applying the model to </a:t>
            </a:r>
            <a:r>
              <a:rPr i="1" lang="en" u="sng">
                <a:solidFill>
                  <a:schemeClr val="dk1"/>
                </a:solidFill>
              </a:rPr>
              <a:t>new data</a:t>
            </a:r>
            <a:r>
              <a:rPr lang="en">
                <a:solidFill>
                  <a:schemeClr val="dk1"/>
                </a:solidFill>
              </a:rPr>
              <a:t> whether from another school, region, or even year, we check if its predictive power holds up (performs well and appropriately).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helps us determine if the factors we’ve identified are genuinely impactful or just specific to this sample.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u="sng">
                <a:solidFill>
                  <a:schemeClr val="dk1"/>
                </a:solidFill>
              </a:rPr>
              <a:t>To address unresolved questions</a:t>
            </a:r>
            <a:r>
              <a:rPr lang="en">
                <a:solidFill>
                  <a:schemeClr val="dk1"/>
                </a:solidFill>
              </a:rPr>
              <a:t>: Include → </a:t>
            </a:r>
            <a:r>
              <a:rPr i="1" lang="en" u="sng">
                <a:solidFill>
                  <a:schemeClr val="dk1"/>
                </a:solidFill>
              </a:rPr>
              <a:t>additional predictors</a:t>
            </a:r>
            <a:endParaRPr i="1" u="sng">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These relevant predictors could look like </a:t>
            </a:r>
            <a:r>
              <a:rPr b="1" lang="en">
                <a:solidFill>
                  <a:schemeClr val="dk1"/>
                </a:solidFill>
              </a:rPr>
              <a:t>psychological</a:t>
            </a:r>
            <a:r>
              <a:rPr lang="en">
                <a:solidFill>
                  <a:schemeClr val="dk1"/>
                </a:solidFill>
              </a:rPr>
              <a:t> and </a:t>
            </a:r>
            <a:r>
              <a:rPr b="1" lang="en">
                <a:solidFill>
                  <a:schemeClr val="dk1"/>
                </a:solidFill>
              </a:rPr>
              <a:t>behavioral</a:t>
            </a:r>
            <a:r>
              <a:rPr lang="en">
                <a:solidFill>
                  <a:schemeClr val="dk1"/>
                </a:solidFill>
              </a:rPr>
              <a:t> </a:t>
            </a:r>
            <a:r>
              <a:rPr b="1" lang="en">
                <a:solidFill>
                  <a:schemeClr val="dk1"/>
                </a:solidFill>
              </a:rPr>
              <a:t>factors</a:t>
            </a:r>
            <a:r>
              <a:rPr lang="en">
                <a:solidFill>
                  <a:schemeClr val="dk1"/>
                </a:solidFill>
              </a:rPr>
              <a:t> such as providing </a:t>
            </a:r>
            <a:r>
              <a:rPr i="1" lang="en">
                <a:solidFill>
                  <a:schemeClr val="dk1"/>
                </a:solidFill>
              </a:rPr>
              <a:t>stress levels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Sleep patterns and average screen time per day</a:t>
            </a:r>
            <a:r>
              <a:rPr lang="en">
                <a:solidFill>
                  <a:schemeClr val="dk1"/>
                </a:solidFill>
              </a:rPr>
              <a:t> can be insightful to a student’s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Socioeconomic details</a:t>
            </a:r>
            <a:r>
              <a:rPr lang="en">
                <a:solidFill>
                  <a:schemeClr val="dk1"/>
                </a:solidFill>
              </a:rPr>
              <a:t>, although we were provided variables regarding family and parents occupations it could be insightful to be provided with household income amount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2aa3d063a2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4" name="Google Shape;1664;g2aa3d063a2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99950" y="-327450"/>
            <a:ext cx="9543900" cy="5646000"/>
            <a:chOff x="-199950" y="-251250"/>
            <a:chExt cx="9543900" cy="5646000"/>
          </a:xfrm>
        </p:grpSpPr>
        <p:cxnSp>
          <p:nvCxnSpPr>
            <p:cNvPr id="10" name="Google Shape;10;p2"/>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 name="Google Shape;11;p2"/>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2" name="Google Shape;12;p2"/>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3" name="Google Shape;13;p2"/>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 name="Google Shape;14;p2"/>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 name="Google Shape;15;p2"/>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6" name="Google Shape;16;p2"/>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7" name="Google Shape;17;p2"/>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 name="Google Shape;18;p2"/>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 name="Google Shape;19;p2"/>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0" name="Google Shape;20;p2"/>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1" name="Google Shape;21;p2"/>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2" name="Google Shape;22;p2"/>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 name="Google Shape;23;p2"/>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 name="Google Shape;24;p2"/>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5" name="Google Shape;25;p2"/>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6" name="Google Shape;26;p2"/>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7" name="Google Shape;27;p2"/>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8" name="Google Shape;28;p2"/>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 name="Google Shape;29;p2"/>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0" name="Google Shape;30;p2"/>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1" name="Google Shape;31;p2"/>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2" name="Google Shape;32;p2"/>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 name="Google Shape;33;p2"/>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4" name="Google Shape;34;p2"/>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5" name="Google Shape;35;p2"/>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36" name="Google Shape;36;p2"/>
          <p:cNvGrpSpPr/>
          <p:nvPr/>
        </p:nvGrpSpPr>
        <p:grpSpPr>
          <a:xfrm>
            <a:off x="473650" y="274900"/>
            <a:ext cx="8349800" cy="4746124"/>
            <a:chOff x="473650" y="274900"/>
            <a:chExt cx="8349800" cy="4746124"/>
          </a:xfrm>
        </p:grpSpPr>
        <p:grpSp>
          <p:nvGrpSpPr>
            <p:cNvPr id="37" name="Google Shape;37;p2"/>
            <p:cNvGrpSpPr/>
            <p:nvPr/>
          </p:nvGrpSpPr>
          <p:grpSpPr>
            <a:xfrm>
              <a:off x="626050" y="427300"/>
              <a:ext cx="8197400" cy="4593724"/>
              <a:chOff x="-280802" y="20880"/>
              <a:chExt cx="10622522" cy="5952733"/>
            </a:xfrm>
          </p:grpSpPr>
          <p:sp>
            <p:nvSpPr>
              <p:cNvPr id="38" name="Google Shape;38;p2"/>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 name="Google Shape;39;p2"/>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0" name="Google Shape;40;p2"/>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1" name="Google Shape;41;p2"/>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2" name="Google Shape;42;p2"/>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3" name="Google Shape;43;p2"/>
            <p:cNvGrpSpPr/>
            <p:nvPr/>
          </p:nvGrpSpPr>
          <p:grpSpPr>
            <a:xfrm>
              <a:off x="473650" y="274900"/>
              <a:ext cx="8197400" cy="4593724"/>
              <a:chOff x="-280802" y="20880"/>
              <a:chExt cx="10622522" cy="5952733"/>
            </a:xfrm>
          </p:grpSpPr>
          <p:sp>
            <p:nvSpPr>
              <p:cNvPr id="44" name="Google Shape;44;p2"/>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 name="Google Shape;45;p2"/>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 name="Google Shape;46;p2"/>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 name="Google Shape;47;p2"/>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 name="Google Shape;48;p2"/>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9" name="Google Shape;49;p2"/>
          <p:cNvSpPr txBox="1"/>
          <p:nvPr>
            <p:ph type="ctrTitle"/>
          </p:nvPr>
        </p:nvSpPr>
        <p:spPr>
          <a:xfrm>
            <a:off x="1814850" y="1633725"/>
            <a:ext cx="5514300" cy="2000100"/>
          </a:xfrm>
          <a:prstGeom prst="rect">
            <a:avLst/>
          </a:prstGeom>
        </p:spPr>
        <p:txBody>
          <a:bodyPr anchorCtr="0" anchor="ctr" bIns="91425" lIns="91425" spcFirstLastPara="1" rIns="91425" wrap="square" tIns="91425">
            <a:noAutofit/>
          </a:bodyPr>
          <a:lstStyle>
            <a:lvl1pPr lvl="0" algn="ctr">
              <a:lnSpc>
                <a:spcPct val="115000"/>
              </a:lnSpc>
              <a:spcBef>
                <a:spcPts val="0"/>
              </a:spcBef>
              <a:spcAft>
                <a:spcPts val="0"/>
              </a:spcAft>
              <a:buClr>
                <a:srgbClr val="191919"/>
              </a:buClr>
              <a:buSzPts val="5200"/>
              <a:buNone/>
              <a:defRPr sz="5300">
                <a:latin typeface="Days One"/>
                <a:ea typeface="Days One"/>
                <a:cs typeface="Days One"/>
                <a:sym typeface="Days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0" name="Google Shape;50;p2"/>
          <p:cNvSpPr txBox="1"/>
          <p:nvPr>
            <p:ph idx="1" type="subTitle"/>
          </p:nvPr>
        </p:nvSpPr>
        <p:spPr>
          <a:xfrm>
            <a:off x="2301625" y="3686200"/>
            <a:ext cx="4540800" cy="460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grpSp>
        <p:nvGrpSpPr>
          <p:cNvPr id="52" name="Google Shape;52;p3"/>
          <p:cNvGrpSpPr/>
          <p:nvPr/>
        </p:nvGrpSpPr>
        <p:grpSpPr>
          <a:xfrm>
            <a:off x="-199950" y="-327450"/>
            <a:ext cx="9543900" cy="5646000"/>
            <a:chOff x="-199950" y="-251250"/>
            <a:chExt cx="9543900" cy="5646000"/>
          </a:xfrm>
        </p:grpSpPr>
        <p:cxnSp>
          <p:nvCxnSpPr>
            <p:cNvPr id="53" name="Google Shape;53;p3"/>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 name="Google Shape;54;p3"/>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 name="Google Shape;55;p3"/>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6" name="Google Shape;56;p3"/>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7" name="Google Shape;57;p3"/>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8" name="Google Shape;58;p3"/>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 name="Google Shape;59;p3"/>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 name="Google Shape;60;p3"/>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1" name="Google Shape;61;p3"/>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2" name="Google Shape;62;p3"/>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3" name="Google Shape;63;p3"/>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 name="Google Shape;64;p3"/>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 name="Google Shape;65;p3"/>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6" name="Google Shape;66;p3"/>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7" name="Google Shape;67;p3"/>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 name="Google Shape;68;p3"/>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9" name="Google Shape;69;p3"/>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 name="Google Shape;70;p3"/>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1" name="Google Shape;71;p3"/>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2" name="Google Shape;72;p3"/>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3" name="Google Shape;73;p3"/>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 name="Google Shape;74;p3"/>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 name="Google Shape;75;p3"/>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6" name="Google Shape;76;p3"/>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7" name="Google Shape;77;p3"/>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8" name="Google Shape;78;p3"/>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79" name="Google Shape;79;p3"/>
          <p:cNvGrpSpPr/>
          <p:nvPr/>
        </p:nvGrpSpPr>
        <p:grpSpPr>
          <a:xfrm>
            <a:off x="473650" y="274900"/>
            <a:ext cx="8349800" cy="4746124"/>
            <a:chOff x="473650" y="274900"/>
            <a:chExt cx="8349800" cy="4746124"/>
          </a:xfrm>
        </p:grpSpPr>
        <p:grpSp>
          <p:nvGrpSpPr>
            <p:cNvPr id="80" name="Google Shape;80;p3"/>
            <p:cNvGrpSpPr/>
            <p:nvPr/>
          </p:nvGrpSpPr>
          <p:grpSpPr>
            <a:xfrm>
              <a:off x="626050" y="427300"/>
              <a:ext cx="8197400" cy="4593724"/>
              <a:chOff x="-280802" y="20880"/>
              <a:chExt cx="10622522" cy="5952733"/>
            </a:xfrm>
          </p:grpSpPr>
          <p:sp>
            <p:nvSpPr>
              <p:cNvPr id="81" name="Google Shape;81;p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 name="Google Shape;82;p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 name="Google Shape;83;p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 name="Google Shape;84;p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 name="Google Shape;85;p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86" name="Google Shape;86;p3"/>
            <p:cNvGrpSpPr/>
            <p:nvPr/>
          </p:nvGrpSpPr>
          <p:grpSpPr>
            <a:xfrm>
              <a:off x="473650" y="274900"/>
              <a:ext cx="8197400" cy="4593724"/>
              <a:chOff x="-280802" y="20880"/>
              <a:chExt cx="10622522" cy="5952733"/>
            </a:xfrm>
          </p:grpSpPr>
          <p:sp>
            <p:nvSpPr>
              <p:cNvPr id="87" name="Google Shape;87;p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 name="Google Shape;88;p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 name="Google Shape;89;p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 name="Google Shape;90;p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 name="Google Shape;91;p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92" name="Google Shape;92;p3"/>
          <p:cNvSpPr txBox="1"/>
          <p:nvPr>
            <p:ph type="title"/>
          </p:nvPr>
        </p:nvSpPr>
        <p:spPr>
          <a:xfrm>
            <a:off x="1320400" y="2101475"/>
            <a:ext cx="3946800" cy="1488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3" name="Google Shape;93;p3"/>
          <p:cNvSpPr txBox="1"/>
          <p:nvPr>
            <p:ph hasCustomPrompt="1" idx="2" type="title"/>
          </p:nvPr>
        </p:nvSpPr>
        <p:spPr>
          <a:xfrm>
            <a:off x="5820275" y="1154975"/>
            <a:ext cx="1905300" cy="1090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4" name="Google Shape;94;p3"/>
          <p:cNvSpPr txBox="1"/>
          <p:nvPr>
            <p:ph idx="1" type="subTitle"/>
          </p:nvPr>
        </p:nvSpPr>
        <p:spPr>
          <a:xfrm>
            <a:off x="1320400" y="3589700"/>
            <a:ext cx="3946800" cy="47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 name="Shape 95"/>
        <p:cNvGrpSpPr/>
        <p:nvPr/>
      </p:nvGrpSpPr>
      <p:grpSpPr>
        <a:xfrm>
          <a:off x="0" y="0"/>
          <a:ext cx="0" cy="0"/>
          <a:chOff x="0" y="0"/>
          <a:chExt cx="0" cy="0"/>
        </a:xfrm>
      </p:grpSpPr>
      <p:grpSp>
        <p:nvGrpSpPr>
          <p:cNvPr id="96" name="Google Shape;96;p4"/>
          <p:cNvGrpSpPr/>
          <p:nvPr/>
        </p:nvGrpSpPr>
        <p:grpSpPr>
          <a:xfrm>
            <a:off x="-199950" y="-327450"/>
            <a:ext cx="9543900" cy="5646000"/>
            <a:chOff x="-199950" y="-251250"/>
            <a:chExt cx="9543900" cy="5646000"/>
          </a:xfrm>
        </p:grpSpPr>
        <p:cxnSp>
          <p:nvCxnSpPr>
            <p:cNvPr id="97" name="Google Shape;97;p4"/>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98" name="Google Shape;98;p4"/>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99" name="Google Shape;99;p4"/>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0" name="Google Shape;100;p4"/>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1" name="Google Shape;101;p4"/>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2" name="Google Shape;102;p4"/>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3" name="Google Shape;103;p4"/>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4" name="Google Shape;104;p4"/>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5" name="Google Shape;105;p4"/>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6" name="Google Shape;106;p4"/>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7" name="Google Shape;107;p4"/>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8" name="Google Shape;108;p4"/>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09" name="Google Shape;109;p4"/>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0" name="Google Shape;110;p4"/>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1" name="Google Shape;111;p4"/>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12" name="Google Shape;112;p4"/>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3" name="Google Shape;113;p4"/>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4" name="Google Shape;114;p4"/>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5" name="Google Shape;115;p4"/>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6" name="Google Shape;116;p4"/>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7" name="Google Shape;117;p4"/>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8" name="Google Shape;118;p4"/>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19" name="Google Shape;119;p4"/>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20" name="Google Shape;120;p4"/>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21" name="Google Shape;121;p4"/>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22" name="Google Shape;122;p4"/>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123" name="Google Shape;123;p4"/>
          <p:cNvGrpSpPr/>
          <p:nvPr/>
        </p:nvGrpSpPr>
        <p:grpSpPr>
          <a:xfrm>
            <a:off x="473650" y="274900"/>
            <a:ext cx="8349800" cy="4746124"/>
            <a:chOff x="473650" y="274900"/>
            <a:chExt cx="8349800" cy="4746124"/>
          </a:xfrm>
        </p:grpSpPr>
        <p:grpSp>
          <p:nvGrpSpPr>
            <p:cNvPr id="124" name="Google Shape;124;p4"/>
            <p:cNvGrpSpPr/>
            <p:nvPr/>
          </p:nvGrpSpPr>
          <p:grpSpPr>
            <a:xfrm>
              <a:off x="626050" y="427300"/>
              <a:ext cx="8197400" cy="4593724"/>
              <a:chOff x="-280802" y="20880"/>
              <a:chExt cx="10622522" cy="5952733"/>
            </a:xfrm>
          </p:grpSpPr>
          <p:sp>
            <p:nvSpPr>
              <p:cNvPr id="125" name="Google Shape;125;p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 name="Google Shape;126;p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 name="Google Shape;127;p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 name="Google Shape;128;p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 name="Google Shape;129;p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30" name="Google Shape;130;p4"/>
            <p:cNvGrpSpPr/>
            <p:nvPr/>
          </p:nvGrpSpPr>
          <p:grpSpPr>
            <a:xfrm>
              <a:off x="473650" y="274900"/>
              <a:ext cx="8197400" cy="4593724"/>
              <a:chOff x="-280802" y="20880"/>
              <a:chExt cx="10622522" cy="5952733"/>
            </a:xfrm>
          </p:grpSpPr>
          <p:sp>
            <p:nvSpPr>
              <p:cNvPr id="131" name="Google Shape;131;p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 name="Google Shape;132;p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 name="Google Shape;133;p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 name="Google Shape;134;p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 name="Google Shape;135;p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136" name="Google Shape;136;p4"/>
          <p:cNvSpPr txBox="1"/>
          <p:nvPr>
            <p:ph idx="1" type="body"/>
          </p:nvPr>
        </p:nvSpPr>
        <p:spPr>
          <a:xfrm>
            <a:off x="720000" y="1514050"/>
            <a:ext cx="7704000" cy="30549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
        <p:nvSpPr>
          <p:cNvPr id="137" name="Google Shape;137;p4"/>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8" name="Shape 138"/>
        <p:cNvGrpSpPr/>
        <p:nvPr/>
      </p:nvGrpSpPr>
      <p:grpSpPr>
        <a:xfrm>
          <a:off x="0" y="0"/>
          <a:ext cx="0" cy="0"/>
          <a:chOff x="0" y="0"/>
          <a:chExt cx="0" cy="0"/>
        </a:xfrm>
      </p:grpSpPr>
      <p:grpSp>
        <p:nvGrpSpPr>
          <p:cNvPr id="139" name="Google Shape;139;p5"/>
          <p:cNvGrpSpPr/>
          <p:nvPr/>
        </p:nvGrpSpPr>
        <p:grpSpPr>
          <a:xfrm>
            <a:off x="-199950" y="-327450"/>
            <a:ext cx="9543900" cy="5646000"/>
            <a:chOff x="-199950" y="-251250"/>
            <a:chExt cx="9543900" cy="5646000"/>
          </a:xfrm>
        </p:grpSpPr>
        <p:cxnSp>
          <p:nvCxnSpPr>
            <p:cNvPr id="140" name="Google Shape;140;p5"/>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1" name="Google Shape;141;p5"/>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2" name="Google Shape;142;p5"/>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3" name="Google Shape;143;p5"/>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4" name="Google Shape;144;p5"/>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5" name="Google Shape;145;p5"/>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6" name="Google Shape;146;p5"/>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7" name="Google Shape;147;p5"/>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8" name="Google Shape;148;p5"/>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49" name="Google Shape;149;p5"/>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0" name="Google Shape;150;p5"/>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1" name="Google Shape;151;p5"/>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2" name="Google Shape;152;p5"/>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3" name="Google Shape;153;p5"/>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4" name="Google Shape;154;p5"/>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55" name="Google Shape;155;p5"/>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6" name="Google Shape;156;p5"/>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7" name="Google Shape;157;p5"/>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8" name="Google Shape;158;p5"/>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59" name="Google Shape;159;p5"/>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0" name="Google Shape;160;p5"/>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1" name="Google Shape;161;p5"/>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2" name="Google Shape;162;p5"/>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3" name="Google Shape;163;p5"/>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4" name="Google Shape;164;p5"/>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165" name="Google Shape;165;p5"/>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166" name="Google Shape;166;p5"/>
          <p:cNvGrpSpPr/>
          <p:nvPr/>
        </p:nvGrpSpPr>
        <p:grpSpPr>
          <a:xfrm>
            <a:off x="473650" y="274900"/>
            <a:ext cx="8349800" cy="4746124"/>
            <a:chOff x="473650" y="274900"/>
            <a:chExt cx="8349800" cy="4746124"/>
          </a:xfrm>
        </p:grpSpPr>
        <p:grpSp>
          <p:nvGrpSpPr>
            <p:cNvPr id="167" name="Google Shape;167;p5"/>
            <p:cNvGrpSpPr/>
            <p:nvPr/>
          </p:nvGrpSpPr>
          <p:grpSpPr>
            <a:xfrm>
              <a:off x="626050" y="427300"/>
              <a:ext cx="8197400" cy="4593724"/>
              <a:chOff x="-280802" y="20880"/>
              <a:chExt cx="10622522" cy="5952733"/>
            </a:xfrm>
          </p:grpSpPr>
          <p:sp>
            <p:nvSpPr>
              <p:cNvPr id="168" name="Google Shape;168;p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 name="Google Shape;169;p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 name="Google Shape;170;p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 name="Google Shape;171;p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 name="Google Shape;172;p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73" name="Google Shape;173;p5"/>
            <p:cNvGrpSpPr/>
            <p:nvPr/>
          </p:nvGrpSpPr>
          <p:grpSpPr>
            <a:xfrm>
              <a:off x="473650" y="274900"/>
              <a:ext cx="8197400" cy="4593724"/>
              <a:chOff x="-280802" y="20880"/>
              <a:chExt cx="10622522" cy="5952733"/>
            </a:xfrm>
          </p:grpSpPr>
          <p:sp>
            <p:nvSpPr>
              <p:cNvPr id="174" name="Google Shape;174;p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 name="Google Shape;175;p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 name="Google Shape;176;p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 name="Google Shape;177;p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8" name="Google Shape;178;p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179" name="Google Shape;179;p5"/>
          <p:cNvSpPr txBox="1"/>
          <p:nvPr>
            <p:ph idx="1" type="subTitle"/>
          </p:nvPr>
        </p:nvSpPr>
        <p:spPr>
          <a:xfrm>
            <a:off x="1290750" y="2873142"/>
            <a:ext cx="29076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0" name="Google Shape;180;p5"/>
          <p:cNvSpPr txBox="1"/>
          <p:nvPr>
            <p:ph idx="2" type="subTitle"/>
          </p:nvPr>
        </p:nvSpPr>
        <p:spPr>
          <a:xfrm>
            <a:off x="4945625" y="2873142"/>
            <a:ext cx="29076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1" name="Google Shape;181;p5"/>
          <p:cNvSpPr txBox="1"/>
          <p:nvPr>
            <p:ph idx="3" type="subTitle"/>
          </p:nvPr>
        </p:nvSpPr>
        <p:spPr>
          <a:xfrm>
            <a:off x="1290750" y="3182195"/>
            <a:ext cx="2907600" cy="107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2" name="Google Shape;182;p5"/>
          <p:cNvSpPr txBox="1"/>
          <p:nvPr>
            <p:ph idx="4" type="subTitle"/>
          </p:nvPr>
        </p:nvSpPr>
        <p:spPr>
          <a:xfrm>
            <a:off x="4945625" y="3182195"/>
            <a:ext cx="2907600" cy="107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3" name="Google Shape;183;p5"/>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grpSp>
        <p:nvGrpSpPr>
          <p:cNvPr id="185" name="Google Shape;185;p6"/>
          <p:cNvGrpSpPr/>
          <p:nvPr/>
        </p:nvGrpSpPr>
        <p:grpSpPr>
          <a:xfrm>
            <a:off x="-199950" y="-327450"/>
            <a:ext cx="9543900" cy="5646000"/>
            <a:chOff x="-199950" y="-251250"/>
            <a:chExt cx="9543900" cy="5646000"/>
          </a:xfrm>
        </p:grpSpPr>
        <p:cxnSp>
          <p:nvCxnSpPr>
            <p:cNvPr id="186" name="Google Shape;186;p6"/>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7" name="Google Shape;187;p6"/>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8" name="Google Shape;188;p6"/>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89" name="Google Shape;189;p6"/>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0" name="Google Shape;190;p6"/>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1" name="Google Shape;191;p6"/>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2" name="Google Shape;192;p6"/>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3" name="Google Shape;193;p6"/>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4" name="Google Shape;194;p6"/>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5" name="Google Shape;195;p6"/>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6" name="Google Shape;196;p6"/>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7" name="Google Shape;197;p6"/>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8" name="Google Shape;198;p6"/>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199" name="Google Shape;199;p6"/>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00" name="Google Shape;200;p6"/>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01" name="Google Shape;201;p6"/>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2" name="Google Shape;202;p6"/>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3" name="Google Shape;203;p6"/>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4" name="Google Shape;204;p6"/>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5" name="Google Shape;205;p6"/>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6" name="Google Shape;206;p6"/>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7" name="Google Shape;207;p6"/>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8" name="Google Shape;208;p6"/>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09" name="Google Shape;209;p6"/>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10" name="Google Shape;210;p6"/>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11" name="Google Shape;211;p6"/>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212" name="Google Shape;212;p6"/>
          <p:cNvGrpSpPr/>
          <p:nvPr/>
        </p:nvGrpSpPr>
        <p:grpSpPr>
          <a:xfrm>
            <a:off x="473650" y="274900"/>
            <a:ext cx="8349800" cy="4746124"/>
            <a:chOff x="473650" y="274900"/>
            <a:chExt cx="8349800" cy="4746124"/>
          </a:xfrm>
        </p:grpSpPr>
        <p:grpSp>
          <p:nvGrpSpPr>
            <p:cNvPr id="213" name="Google Shape;213;p6"/>
            <p:cNvGrpSpPr/>
            <p:nvPr/>
          </p:nvGrpSpPr>
          <p:grpSpPr>
            <a:xfrm>
              <a:off x="626050" y="427300"/>
              <a:ext cx="8197400" cy="4593724"/>
              <a:chOff x="-280802" y="20880"/>
              <a:chExt cx="10622522" cy="5952733"/>
            </a:xfrm>
          </p:grpSpPr>
          <p:sp>
            <p:nvSpPr>
              <p:cNvPr id="214" name="Google Shape;214;p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5" name="Google Shape;215;p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6" name="Google Shape;216;p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7" name="Google Shape;217;p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18" name="Google Shape;218;p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19" name="Google Shape;219;p6"/>
            <p:cNvGrpSpPr/>
            <p:nvPr/>
          </p:nvGrpSpPr>
          <p:grpSpPr>
            <a:xfrm>
              <a:off x="473650" y="274900"/>
              <a:ext cx="8197400" cy="4593724"/>
              <a:chOff x="-280802" y="20880"/>
              <a:chExt cx="10622522" cy="5952733"/>
            </a:xfrm>
          </p:grpSpPr>
          <p:sp>
            <p:nvSpPr>
              <p:cNvPr id="220" name="Google Shape;220;p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1" name="Google Shape;221;p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2" name="Google Shape;222;p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3" name="Google Shape;223;p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24" name="Google Shape;224;p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225" name="Google Shape;225;p6"/>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6" name="Shape 226"/>
        <p:cNvGrpSpPr/>
        <p:nvPr/>
      </p:nvGrpSpPr>
      <p:grpSpPr>
        <a:xfrm>
          <a:off x="0" y="0"/>
          <a:ext cx="0" cy="0"/>
          <a:chOff x="0" y="0"/>
          <a:chExt cx="0" cy="0"/>
        </a:xfrm>
      </p:grpSpPr>
      <p:grpSp>
        <p:nvGrpSpPr>
          <p:cNvPr id="227" name="Google Shape;227;p7"/>
          <p:cNvGrpSpPr/>
          <p:nvPr/>
        </p:nvGrpSpPr>
        <p:grpSpPr>
          <a:xfrm>
            <a:off x="-199950" y="-327450"/>
            <a:ext cx="9543900" cy="5646000"/>
            <a:chOff x="-199950" y="-251250"/>
            <a:chExt cx="9543900" cy="5646000"/>
          </a:xfrm>
        </p:grpSpPr>
        <p:cxnSp>
          <p:nvCxnSpPr>
            <p:cNvPr id="228" name="Google Shape;228;p7"/>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29" name="Google Shape;229;p7"/>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0" name="Google Shape;230;p7"/>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1" name="Google Shape;231;p7"/>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2" name="Google Shape;232;p7"/>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3" name="Google Shape;233;p7"/>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4" name="Google Shape;234;p7"/>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5" name="Google Shape;235;p7"/>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6" name="Google Shape;236;p7"/>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7" name="Google Shape;237;p7"/>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8" name="Google Shape;238;p7"/>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39" name="Google Shape;239;p7"/>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0" name="Google Shape;240;p7"/>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1" name="Google Shape;241;p7"/>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2" name="Google Shape;242;p7"/>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43" name="Google Shape;243;p7"/>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4" name="Google Shape;244;p7"/>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5" name="Google Shape;245;p7"/>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6" name="Google Shape;246;p7"/>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7" name="Google Shape;247;p7"/>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8" name="Google Shape;248;p7"/>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49" name="Google Shape;249;p7"/>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0" name="Google Shape;250;p7"/>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1" name="Google Shape;251;p7"/>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2" name="Google Shape;252;p7"/>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53" name="Google Shape;253;p7"/>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254" name="Google Shape;254;p7"/>
          <p:cNvGrpSpPr/>
          <p:nvPr/>
        </p:nvGrpSpPr>
        <p:grpSpPr>
          <a:xfrm>
            <a:off x="473650" y="274900"/>
            <a:ext cx="8349800" cy="4746124"/>
            <a:chOff x="473650" y="274900"/>
            <a:chExt cx="8349800" cy="4746124"/>
          </a:xfrm>
        </p:grpSpPr>
        <p:grpSp>
          <p:nvGrpSpPr>
            <p:cNvPr id="255" name="Google Shape;255;p7"/>
            <p:cNvGrpSpPr/>
            <p:nvPr/>
          </p:nvGrpSpPr>
          <p:grpSpPr>
            <a:xfrm>
              <a:off x="626050" y="427300"/>
              <a:ext cx="8197400" cy="4593724"/>
              <a:chOff x="-280802" y="20880"/>
              <a:chExt cx="10622522" cy="5952733"/>
            </a:xfrm>
          </p:grpSpPr>
          <p:sp>
            <p:nvSpPr>
              <p:cNvPr id="256" name="Google Shape;256;p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57" name="Google Shape;257;p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58" name="Google Shape;258;p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59" name="Google Shape;259;p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0" name="Google Shape;260;p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61" name="Google Shape;261;p7"/>
            <p:cNvGrpSpPr/>
            <p:nvPr/>
          </p:nvGrpSpPr>
          <p:grpSpPr>
            <a:xfrm>
              <a:off x="473650" y="274900"/>
              <a:ext cx="8197400" cy="4593724"/>
              <a:chOff x="-280802" y="20880"/>
              <a:chExt cx="10622522" cy="5952733"/>
            </a:xfrm>
          </p:grpSpPr>
          <p:sp>
            <p:nvSpPr>
              <p:cNvPr id="262" name="Google Shape;262;p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3" name="Google Shape;263;p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4" name="Google Shape;264;p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5" name="Google Shape;265;p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66" name="Google Shape;266;p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267" name="Google Shape;267;p7"/>
          <p:cNvSpPr txBox="1"/>
          <p:nvPr>
            <p:ph idx="1" type="body"/>
          </p:nvPr>
        </p:nvSpPr>
        <p:spPr>
          <a:xfrm>
            <a:off x="4381025" y="1970075"/>
            <a:ext cx="3867000" cy="24909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2"/>
              </a:buClr>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268" name="Google Shape;268;p7"/>
          <p:cNvSpPr/>
          <p:nvPr>
            <p:ph idx="2" type="pic"/>
          </p:nvPr>
        </p:nvSpPr>
        <p:spPr>
          <a:xfrm>
            <a:off x="896750" y="1970075"/>
            <a:ext cx="3217500" cy="2490900"/>
          </a:xfrm>
          <a:prstGeom prst="rect">
            <a:avLst/>
          </a:prstGeom>
          <a:noFill/>
          <a:ln cap="flat" cmpd="sng" w="19050">
            <a:solidFill>
              <a:schemeClr val="dk1"/>
            </a:solidFill>
            <a:prstDash val="solid"/>
            <a:round/>
            <a:headEnd len="sm" w="sm" type="none"/>
            <a:tailEnd len="sm" w="sm" type="none"/>
          </a:ln>
        </p:spPr>
      </p:sp>
      <p:sp>
        <p:nvSpPr>
          <p:cNvPr id="269" name="Google Shape;269;p7"/>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0" name="Shape 270"/>
        <p:cNvGrpSpPr/>
        <p:nvPr/>
      </p:nvGrpSpPr>
      <p:grpSpPr>
        <a:xfrm>
          <a:off x="0" y="0"/>
          <a:ext cx="0" cy="0"/>
          <a:chOff x="0" y="0"/>
          <a:chExt cx="0" cy="0"/>
        </a:xfrm>
      </p:grpSpPr>
      <p:grpSp>
        <p:nvGrpSpPr>
          <p:cNvPr id="271" name="Google Shape;271;p8"/>
          <p:cNvGrpSpPr/>
          <p:nvPr/>
        </p:nvGrpSpPr>
        <p:grpSpPr>
          <a:xfrm>
            <a:off x="-199950" y="-327450"/>
            <a:ext cx="9543900" cy="5646000"/>
            <a:chOff x="-199950" y="-251250"/>
            <a:chExt cx="9543900" cy="5646000"/>
          </a:xfrm>
        </p:grpSpPr>
        <p:cxnSp>
          <p:nvCxnSpPr>
            <p:cNvPr id="272" name="Google Shape;272;p8"/>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3" name="Google Shape;273;p8"/>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4" name="Google Shape;274;p8"/>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5" name="Google Shape;275;p8"/>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6" name="Google Shape;276;p8"/>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7" name="Google Shape;277;p8"/>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8" name="Google Shape;278;p8"/>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79" name="Google Shape;279;p8"/>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0" name="Google Shape;280;p8"/>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1" name="Google Shape;281;p8"/>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2" name="Google Shape;282;p8"/>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3" name="Google Shape;283;p8"/>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4" name="Google Shape;284;p8"/>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5" name="Google Shape;285;p8"/>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6" name="Google Shape;286;p8"/>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287" name="Google Shape;287;p8"/>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88" name="Google Shape;288;p8"/>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89" name="Google Shape;289;p8"/>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0" name="Google Shape;290;p8"/>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1" name="Google Shape;291;p8"/>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2" name="Google Shape;292;p8"/>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3" name="Google Shape;293;p8"/>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4" name="Google Shape;294;p8"/>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5" name="Google Shape;295;p8"/>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6" name="Google Shape;296;p8"/>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297" name="Google Shape;297;p8"/>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298" name="Google Shape;298;p8"/>
          <p:cNvGrpSpPr/>
          <p:nvPr/>
        </p:nvGrpSpPr>
        <p:grpSpPr>
          <a:xfrm>
            <a:off x="473650" y="274900"/>
            <a:ext cx="8349800" cy="4746124"/>
            <a:chOff x="473650" y="274900"/>
            <a:chExt cx="8349800" cy="4746124"/>
          </a:xfrm>
        </p:grpSpPr>
        <p:grpSp>
          <p:nvGrpSpPr>
            <p:cNvPr id="299" name="Google Shape;299;p8"/>
            <p:cNvGrpSpPr/>
            <p:nvPr/>
          </p:nvGrpSpPr>
          <p:grpSpPr>
            <a:xfrm>
              <a:off x="626050" y="427300"/>
              <a:ext cx="8197400" cy="4593724"/>
              <a:chOff x="-280802" y="20880"/>
              <a:chExt cx="10622522" cy="5952733"/>
            </a:xfrm>
          </p:grpSpPr>
          <p:sp>
            <p:nvSpPr>
              <p:cNvPr id="300" name="Google Shape;300;p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1" name="Google Shape;301;p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2" name="Google Shape;302;p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3" name="Google Shape;303;p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4" name="Google Shape;304;p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05" name="Google Shape;305;p8"/>
            <p:cNvGrpSpPr/>
            <p:nvPr/>
          </p:nvGrpSpPr>
          <p:grpSpPr>
            <a:xfrm>
              <a:off x="473650" y="274900"/>
              <a:ext cx="8197400" cy="4593724"/>
              <a:chOff x="-280802" y="20880"/>
              <a:chExt cx="10622522" cy="5952733"/>
            </a:xfrm>
          </p:grpSpPr>
          <p:sp>
            <p:nvSpPr>
              <p:cNvPr id="306" name="Google Shape;306;p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7" name="Google Shape;307;p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8" name="Google Shape;308;p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09" name="Google Shape;309;p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10" name="Google Shape;310;p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311" name="Google Shape;311;p8"/>
          <p:cNvSpPr txBox="1"/>
          <p:nvPr>
            <p:ph type="title"/>
          </p:nvPr>
        </p:nvSpPr>
        <p:spPr>
          <a:xfrm>
            <a:off x="2496625" y="879900"/>
            <a:ext cx="5751000" cy="2424000"/>
          </a:xfrm>
          <a:prstGeom prst="rect">
            <a:avLst/>
          </a:prstGeom>
          <a:ln>
            <a:noFill/>
          </a:ln>
        </p:spPr>
        <p:txBody>
          <a:bodyPr anchorCtr="0" anchor="ctr" bIns="91425" lIns="91425" spcFirstLastPara="1" rIns="91425" wrap="square" tIns="91425">
            <a:noAutofit/>
          </a:bodyPr>
          <a:lstStyle>
            <a:lvl1pPr lvl="0" algn="r">
              <a:spcBef>
                <a:spcPts val="0"/>
              </a:spcBef>
              <a:spcAft>
                <a:spcPts val="0"/>
              </a:spcAft>
              <a:buSzPts val="6000"/>
              <a:buNone/>
              <a:defRPr sz="3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2" name="Shape 312"/>
        <p:cNvGrpSpPr/>
        <p:nvPr/>
      </p:nvGrpSpPr>
      <p:grpSpPr>
        <a:xfrm>
          <a:off x="0" y="0"/>
          <a:ext cx="0" cy="0"/>
          <a:chOff x="0" y="0"/>
          <a:chExt cx="0" cy="0"/>
        </a:xfrm>
      </p:grpSpPr>
      <p:grpSp>
        <p:nvGrpSpPr>
          <p:cNvPr id="313" name="Google Shape;313;p9"/>
          <p:cNvGrpSpPr/>
          <p:nvPr/>
        </p:nvGrpSpPr>
        <p:grpSpPr>
          <a:xfrm>
            <a:off x="-199950" y="-327450"/>
            <a:ext cx="9543900" cy="5646000"/>
            <a:chOff x="-199950" y="-251250"/>
            <a:chExt cx="9543900" cy="5646000"/>
          </a:xfrm>
        </p:grpSpPr>
        <p:cxnSp>
          <p:nvCxnSpPr>
            <p:cNvPr id="314" name="Google Shape;314;p9"/>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5" name="Google Shape;315;p9"/>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6" name="Google Shape;316;p9"/>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7" name="Google Shape;317;p9"/>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8" name="Google Shape;318;p9"/>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19" name="Google Shape;319;p9"/>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0" name="Google Shape;320;p9"/>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1" name="Google Shape;321;p9"/>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2" name="Google Shape;322;p9"/>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3" name="Google Shape;323;p9"/>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4" name="Google Shape;324;p9"/>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5" name="Google Shape;325;p9"/>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6" name="Google Shape;326;p9"/>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7" name="Google Shape;327;p9"/>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8" name="Google Shape;328;p9"/>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29" name="Google Shape;329;p9"/>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0" name="Google Shape;330;p9"/>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1" name="Google Shape;331;p9"/>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2" name="Google Shape;332;p9"/>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3" name="Google Shape;333;p9"/>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4" name="Google Shape;334;p9"/>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5" name="Google Shape;335;p9"/>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6" name="Google Shape;336;p9"/>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7" name="Google Shape;337;p9"/>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8" name="Google Shape;338;p9"/>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39" name="Google Shape;339;p9"/>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340" name="Google Shape;340;p9"/>
          <p:cNvGrpSpPr/>
          <p:nvPr/>
        </p:nvGrpSpPr>
        <p:grpSpPr>
          <a:xfrm>
            <a:off x="473650" y="274900"/>
            <a:ext cx="8349800" cy="4746124"/>
            <a:chOff x="473650" y="274900"/>
            <a:chExt cx="8349800" cy="4746124"/>
          </a:xfrm>
        </p:grpSpPr>
        <p:grpSp>
          <p:nvGrpSpPr>
            <p:cNvPr id="341" name="Google Shape;341;p9"/>
            <p:cNvGrpSpPr/>
            <p:nvPr/>
          </p:nvGrpSpPr>
          <p:grpSpPr>
            <a:xfrm>
              <a:off x="626050" y="427300"/>
              <a:ext cx="8197400" cy="4593724"/>
              <a:chOff x="-280802" y="20880"/>
              <a:chExt cx="10622522" cy="5952733"/>
            </a:xfrm>
          </p:grpSpPr>
          <p:sp>
            <p:nvSpPr>
              <p:cNvPr id="342" name="Google Shape;342;p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3" name="Google Shape;343;p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4" name="Google Shape;344;p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5" name="Google Shape;345;p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6" name="Google Shape;346;p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47" name="Google Shape;347;p9"/>
            <p:cNvGrpSpPr/>
            <p:nvPr/>
          </p:nvGrpSpPr>
          <p:grpSpPr>
            <a:xfrm>
              <a:off x="473650" y="274900"/>
              <a:ext cx="8197400" cy="4593724"/>
              <a:chOff x="-280802" y="20880"/>
              <a:chExt cx="10622522" cy="5952733"/>
            </a:xfrm>
          </p:grpSpPr>
          <p:sp>
            <p:nvSpPr>
              <p:cNvPr id="348" name="Google Shape;348;p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49" name="Google Shape;349;p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0" name="Google Shape;350;p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1" name="Google Shape;351;p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2" name="Google Shape;352;p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353" name="Google Shape;353;p9"/>
          <p:cNvSpPr txBox="1"/>
          <p:nvPr>
            <p:ph idx="1" type="subTitle"/>
          </p:nvPr>
        </p:nvSpPr>
        <p:spPr>
          <a:xfrm>
            <a:off x="896400" y="1812275"/>
            <a:ext cx="3550800" cy="263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4" name="Google Shape;354;p9"/>
          <p:cNvSpPr txBox="1"/>
          <p:nvPr>
            <p:ph idx="2" type="subTitle"/>
          </p:nvPr>
        </p:nvSpPr>
        <p:spPr>
          <a:xfrm>
            <a:off x="4696925" y="1812275"/>
            <a:ext cx="3550800" cy="263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5" name="Google Shape;355;p9"/>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6" name="Shape 356"/>
        <p:cNvGrpSpPr/>
        <p:nvPr/>
      </p:nvGrpSpPr>
      <p:grpSpPr>
        <a:xfrm>
          <a:off x="0" y="0"/>
          <a:ext cx="0" cy="0"/>
          <a:chOff x="0" y="0"/>
          <a:chExt cx="0" cy="0"/>
        </a:xfrm>
      </p:grpSpPr>
      <p:sp>
        <p:nvSpPr>
          <p:cNvPr id="357" name="Google Shape;357;p10"/>
          <p:cNvSpPr/>
          <p:nvPr>
            <p:ph idx="2" type="pic"/>
          </p:nvPr>
        </p:nvSpPr>
        <p:spPr>
          <a:xfrm>
            <a:off x="-125" y="50"/>
            <a:ext cx="9144000" cy="5143500"/>
          </a:xfrm>
          <a:prstGeom prst="rect">
            <a:avLst/>
          </a:prstGeom>
          <a:noFill/>
          <a:ln>
            <a:noFill/>
          </a:ln>
        </p:spPr>
      </p:sp>
      <p:sp>
        <p:nvSpPr>
          <p:cNvPr id="358" name="Google Shape;358;p10"/>
          <p:cNvSpPr txBox="1"/>
          <p:nvPr>
            <p:ph type="title"/>
          </p:nvPr>
        </p:nvSpPr>
        <p:spPr>
          <a:xfrm>
            <a:off x="713225" y="539500"/>
            <a:ext cx="7717500" cy="6939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9" name="Shape 359"/>
        <p:cNvGrpSpPr/>
        <p:nvPr/>
      </p:nvGrpSpPr>
      <p:grpSpPr>
        <a:xfrm>
          <a:off x="0" y="0"/>
          <a:ext cx="0" cy="0"/>
          <a:chOff x="0" y="0"/>
          <a:chExt cx="0" cy="0"/>
        </a:xfrm>
      </p:grpSpPr>
      <p:grpSp>
        <p:nvGrpSpPr>
          <p:cNvPr id="360" name="Google Shape;360;p11"/>
          <p:cNvGrpSpPr/>
          <p:nvPr/>
        </p:nvGrpSpPr>
        <p:grpSpPr>
          <a:xfrm>
            <a:off x="-199950" y="-327450"/>
            <a:ext cx="9543900" cy="5646000"/>
            <a:chOff x="-199950" y="-251250"/>
            <a:chExt cx="9543900" cy="5646000"/>
          </a:xfrm>
        </p:grpSpPr>
        <p:cxnSp>
          <p:nvCxnSpPr>
            <p:cNvPr id="361" name="Google Shape;361;p11"/>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2" name="Google Shape;362;p11"/>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3" name="Google Shape;363;p11"/>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4" name="Google Shape;364;p11"/>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5" name="Google Shape;365;p11"/>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6" name="Google Shape;366;p11"/>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7" name="Google Shape;367;p11"/>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8" name="Google Shape;368;p11"/>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69" name="Google Shape;369;p11"/>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0" name="Google Shape;370;p11"/>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1" name="Google Shape;371;p11"/>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2" name="Google Shape;372;p11"/>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3" name="Google Shape;373;p11"/>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4" name="Google Shape;374;p11"/>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5" name="Google Shape;375;p11"/>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376" name="Google Shape;376;p11"/>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77" name="Google Shape;377;p11"/>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78" name="Google Shape;378;p11"/>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79" name="Google Shape;379;p11"/>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0" name="Google Shape;380;p11"/>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1" name="Google Shape;381;p11"/>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2" name="Google Shape;382;p11"/>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3" name="Google Shape;383;p11"/>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4" name="Google Shape;384;p11"/>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5" name="Google Shape;385;p11"/>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386" name="Google Shape;386;p11"/>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387" name="Google Shape;387;p11"/>
          <p:cNvGrpSpPr/>
          <p:nvPr/>
        </p:nvGrpSpPr>
        <p:grpSpPr>
          <a:xfrm>
            <a:off x="473650" y="274900"/>
            <a:ext cx="8349800" cy="4746124"/>
            <a:chOff x="473650" y="274900"/>
            <a:chExt cx="8349800" cy="4746124"/>
          </a:xfrm>
        </p:grpSpPr>
        <p:grpSp>
          <p:nvGrpSpPr>
            <p:cNvPr id="388" name="Google Shape;388;p11"/>
            <p:cNvGrpSpPr/>
            <p:nvPr/>
          </p:nvGrpSpPr>
          <p:grpSpPr>
            <a:xfrm>
              <a:off x="626050" y="427300"/>
              <a:ext cx="8197400" cy="4593724"/>
              <a:chOff x="-280802" y="20880"/>
              <a:chExt cx="10622522" cy="5952733"/>
            </a:xfrm>
          </p:grpSpPr>
          <p:sp>
            <p:nvSpPr>
              <p:cNvPr id="389" name="Google Shape;389;p11"/>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0" name="Google Shape;390;p11"/>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1" name="Google Shape;391;p11"/>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2" name="Google Shape;392;p11"/>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3" name="Google Shape;393;p11"/>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394" name="Google Shape;394;p11"/>
            <p:cNvGrpSpPr/>
            <p:nvPr/>
          </p:nvGrpSpPr>
          <p:grpSpPr>
            <a:xfrm>
              <a:off x="473650" y="274900"/>
              <a:ext cx="8197400" cy="4593724"/>
              <a:chOff x="-280802" y="20880"/>
              <a:chExt cx="10622522" cy="5952733"/>
            </a:xfrm>
          </p:grpSpPr>
          <p:sp>
            <p:nvSpPr>
              <p:cNvPr id="395" name="Google Shape;395;p11"/>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6" name="Google Shape;396;p11"/>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7" name="Google Shape;397;p11"/>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8" name="Google Shape;398;p11"/>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99" name="Google Shape;399;p11"/>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00" name="Google Shape;400;p11"/>
          <p:cNvSpPr txBox="1"/>
          <p:nvPr>
            <p:ph hasCustomPrompt="1" type="title"/>
          </p:nvPr>
        </p:nvSpPr>
        <p:spPr>
          <a:xfrm>
            <a:off x="1880700" y="1752675"/>
            <a:ext cx="5382600" cy="1504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9600"/>
              <a:buNone/>
              <a:defRPr sz="4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1" name="Google Shape;401;p11"/>
          <p:cNvSpPr txBox="1"/>
          <p:nvPr>
            <p:ph idx="1" type="subTitle"/>
          </p:nvPr>
        </p:nvSpPr>
        <p:spPr>
          <a:xfrm>
            <a:off x="1880700" y="3422100"/>
            <a:ext cx="5382600" cy="450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02" name="Shape 40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8">
    <p:spTree>
      <p:nvGrpSpPr>
        <p:cNvPr id="403" name="Shape 403"/>
        <p:cNvGrpSpPr/>
        <p:nvPr/>
      </p:nvGrpSpPr>
      <p:grpSpPr>
        <a:xfrm>
          <a:off x="0" y="0"/>
          <a:ext cx="0" cy="0"/>
          <a:chOff x="0" y="0"/>
          <a:chExt cx="0" cy="0"/>
        </a:xfrm>
      </p:grpSpPr>
      <p:grpSp>
        <p:nvGrpSpPr>
          <p:cNvPr id="404" name="Google Shape;404;p13"/>
          <p:cNvGrpSpPr/>
          <p:nvPr/>
        </p:nvGrpSpPr>
        <p:grpSpPr>
          <a:xfrm>
            <a:off x="-199950" y="-327450"/>
            <a:ext cx="9543900" cy="5646000"/>
            <a:chOff x="-199950" y="-251250"/>
            <a:chExt cx="9543900" cy="5646000"/>
          </a:xfrm>
        </p:grpSpPr>
        <p:cxnSp>
          <p:nvCxnSpPr>
            <p:cNvPr id="405" name="Google Shape;405;p13"/>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6" name="Google Shape;406;p13"/>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7" name="Google Shape;407;p13"/>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8" name="Google Shape;408;p13"/>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09" name="Google Shape;409;p13"/>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0" name="Google Shape;410;p13"/>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1" name="Google Shape;411;p13"/>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2" name="Google Shape;412;p13"/>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3" name="Google Shape;413;p13"/>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4" name="Google Shape;414;p13"/>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5" name="Google Shape;415;p13"/>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6" name="Google Shape;416;p13"/>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7" name="Google Shape;417;p13"/>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8" name="Google Shape;418;p13"/>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19" name="Google Shape;419;p13"/>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20" name="Google Shape;420;p13"/>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1" name="Google Shape;421;p13"/>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2" name="Google Shape;422;p13"/>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3" name="Google Shape;423;p13"/>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4" name="Google Shape;424;p13"/>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5" name="Google Shape;425;p13"/>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6" name="Google Shape;426;p13"/>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7" name="Google Shape;427;p13"/>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8" name="Google Shape;428;p13"/>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29" name="Google Shape;429;p13"/>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30" name="Google Shape;430;p13"/>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431" name="Google Shape;431;p13"/>
          <p:cNvGrpSpPr/>
          <p:nvPr/>
        </p:nvGrpSpPr>
        <p:grpSpPr>
          <a:xfrm>
            <a:off x="473650" y="274900"/>
            <a:ext cx="8349800" cy="4746124"/>
            <a:chOff x="473650" y="274900"/>
            <a:chExt cx="8349800" cy="4746124"/>
          </a:xfrm>
        </p:grpSpPr>
        <p:grpSp>
          <p:nvGrpSpPr>
            <p:cNvPr id="432" name="Google Shape;432;p13"/>
            <p:cNvGrpSpPr/>
            <p:nvPr/>
          </p:nvGrpSpPr>
          <p:grpSpPr>
            <a:xfrm>
              <a:off x="626050" y="427300"/>
              <a:ext cx="8197400" cy="4593724"/>
              <a:chOff x="-280802" y="20880"/>
              <a:chExt cx="10622522" cy="5952733"/>
            </a:xfrm>
          </p:grpSpPr>
          <p:sp>
            <p:nvSpPr>
              <p:cNvPr id="433" name="Google Shape;433;p1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4" name="Google Shape;434;p1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5" name="Google Shape;435;p1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6" name="Google Shape;436;p1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37" name="Google Shape;437;p1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38" name="Google Shape;438;p13"/>
            <p:cNvGrpSpPr/>
            <p:nvPr/>
          </p:nvGrpSpPr>
          <p:grpSpPr>
            <a:xfrm>
              <a:off x="473650" y="274900"/>
              <a:ext cx="8197400" cy="4593724"/>
              <a:chOff x="-280802" y="20880"/>
              <a:chExt cx="10622522" cy="5952733"/>
            </a:xfrm>
          </p:grpSpPr>
          <p:sp>
            <p:nvSpPr>
              <p:cNvPr id="439" name="Google Shape;439;p13"/>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0" name="Google Shape;440;p13"/>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1" name="Google Shape;441;p13"/>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2" name="Google Shape;442;p13"/>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43" name="Google Shape;443;p13"/>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44" name="Google Shape;444;p13"/>
          <p:cNvSpPr txBox="1"/>
          <p:nvPr>
            <p:ph idx="1" type="body"/>
          </p:nvPr>
        </p:nvSpPr>
        <p:spPr>
          <a:xfrm>
            <a:off x="896875"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Font typeface="Bitter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445" name="Google Shape;445;p13"/>
          <p:cNvSpPr txBox="1"/>
          <p:nvPr>
            <p:ph idx="2" type="body"/>
          </p:nvPr>
        </p:nvSpPr>
        <p:spPr>
          <a:xfrm>
            <a:off x="4572419"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Char char="●"/>
              <a:defRPr/>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0"/>
              </a:spcBef>
              <a:spcAft>
                <a:spcPts val="0"/>
              </a:spcAft>
              <a:buSzPts val="1400"/>
              <a:buChar char="■"/>
              <a:defRPr/>
            </a:lvl3pPr>
            <a:lvl4pPr indent="-317500" lvl="3" marL="1828800" rtl="0">
              <a:lnSpc>
                <a:spcPct val="100000"/>
              </a:lnSpc>
              <a:spcBef>
                <a:spcPts val="0"/>
              </a:spcBef>
              <a:spcAft>
                <a:spcPts val="0"/>
              </a:spcAft>
              <a:buSzPts val="1400"/>
              <a:buChar char="●"/>
              <a:defRPr/>
            </a:lvl4pPr>
            <a:lvl5pPr indent="-317500" lvl="4" marL="2286000" rtl="0">
              <a:lnSpc>
                <a:spcPct val="100000"/>
              </a:lnSpc>
              <a:spcBef>
                <a:spcPts val="0"/>
              </a:spcBef>
              <a:spcAft>
                <a:spcPts val="0"/>
              </a:spcAft>
              <a:buSzPts val="1400"/>
              <a:buChar char="○"/>
              <a:defRPr/>
            </a:lvl5pPr>
            <a:lvl6pPr indent="-317500" lvl="5" marL="2743200" rtl="0">
              <a:lnSpc>
                <a:spcPct val="100000"/>
              </a:lnSpc>
              <a:spcBef>
                <a:spcPts val="0"/>
              </a:spcBef>
              <a:spcAft>
                <a:spcPts val="0"/>
              </a:spcAft>
              <a:buSzPts val="1400"/>
              <a:buChar char="■"/>
              <a:defRPr/>
            </a:lvl6pPr>
            <a:lvl7pPr indent="-317500" lvl="6" marL="3200400" rtl="0">
              <a:lnSpc>
                <a:spcPct val="100000"/>
              </a:lnSpc>
              <a:spcBef>
                <a:spcPts val="0"/>
              </a:spcBef>
              <a:spcAft>
                <a:spcPts val="0"/>
              </a:spcAft>
              <a:buSzPts val="1400"/>
              <a:buChar char="●"/>
              <a:defRPr/>
            </a:lvl7pPr>
            <a:lvl8pPr indent="-317500" lvl="7" marL="3657600" rtl="0">
              <a:lnSpc>
                <a:spcPct val="100000"/>
              </a:lnSpc>
              <a:spcBef>
                <a:spcPts val="0"/>
              </a:spcBef>
              <a:spcAft>
                <a:spcPts val="0"/>
              </a:spcAft>
              <a:buSzPts val="1400"/>
              <a:buChar char="○"/>
              <a:defRPr/>
            </a:lvl8pPr>
            <a:lvl9pPr indent="-317500" lvl="8" marL="4114800" rtl="0">
              <a:lnSpc>
                <a:spcPct val="100000"/>
              </a:lnSpc>
              <a:spcBef>
                <a:spcPts val="0"/>
              </a:spcBef>
              <a:spcAft>
                <a:spcPts val="0"/>
              </a:spcAft>
              <a:buSzPts val="1400"/>
              <a:buChar char="■"/>
              <a:defRPr/>
            </a:lvl9pPr>
          </a:lstStyle>
          <a:p/>
        </p:txBody>
      </p:sp>
      <p:sp>
        <p:nvSpPr>
          <p:cNvPr id="446" name="Google Shape;446;p13"/>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29">
    <p:spTree>
      <p:nvGrpSpPr>
        <p:cNvPr id="447" name="Shape 447"/>
        <p:cNvGrpSpPr/>
        <p:nvPr/>
      </p:nvGrpSpPr>
      <p:grpSpPr>
        <a:xfrm>
          <a:off x="0" y="0"/>
          <a:ext cx="0" cy="0"/>
          <a:chOff x="0" y="0"/>
          <a:chExt cx="0" cy="0"/>
        </a:xfrm>
      </p:grpSpPr>
      <p:grpSp>
        <p:nvGrpSpPr>
          <p:cNvPr id="448" name="Google Shape;448;p14"/>
          <p:cNvGrpSpPr/>
          <p:nvPr/>
        </p:nvGrpSpPr>
        <p:grpSpPr>
          <a:xfrm>
            <a:off x="-199950" y="-327450"/>
            <a:ext cx="9543900" cy="5646000"/>
            <a:chOff x="-199950" y="-251250"/>
            <a:chExt cx="9543900" cy="5646000"/>
          </a:xfrm>
        </p:grpSpPr>
        <p:cxnSp>
          <p:nvCxnSpPr>
            <p:cNvPr id="449" name="Google Shape;449;p14"/>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0" name="Google Shape;450;p14"/>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1" name="Google Shape;451;p14"/>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2" name="Google Shape;452;p14"/>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3" name="Google Shape;453;p14"/>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4" name="Google Shape;454;p14"/>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5" name="Google Shape;455;p14"/>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6" name="Google Shape;456;p14"/>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7" name="Google Shape;457;p14"/>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8" name="Google Shape;458;p14"/>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59" name="Google Shape;459;p14"/>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0" name="Google Shape;460;p14"/>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1" name="Google Shape;461;p14"/>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2" name="Google Shape;462;p14"/>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3" name="Google Shape;463;p14"/>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64" name="Google Shape;464;p14"/>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5" name="Google Shape;465;p14"/>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6" name="Google Shape;466;p14"/>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7" name="Google Shape;467;p14"/>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8" name="Google Shape;468;p14"/>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69" name="Google Shape;469;p14"/>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0" name="Google Shape;470;p14"/>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1" name="Google Shape;471;p14"/>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2" name="Google Shape;472;p14"/>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3" name="Google Shape;473;p14"/>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474" name="Google Shape;474;p14"/>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475" name="Google Shape;475;p14"/>
          <p:cNvGrpSpPr/>
          <p:nvPr/>
        </p:nvGrpSpPr>
        <p:grpSpPr>
          <a:xfrm>
            <a:off x="473650" y="274900"/>
            <a:ext cx="8349800" cy="4746124"/>
            <a:chOff x="473650" y="274900"/>
            <a:chExt cx="8349800" cy="4746124"/>
          </a:xfrm>
        </p:grpSpPr>
        <p:grpSp>
          <p:nvGrpSpPr>
            <p:cNvPr id="476" name="Google Shape;476;p14"/>
            <p:cNvGrpSpPr/>
            <p:nvPr/>
          </p:nvGrpSpPr>
          <p:grpSpPr>
            <a:xfrm>
              <a:off x="626050" y="427300"/>
              <a:ext cx="8197400" cy="4593724"/>
              <a:chOff x="-280802" y="20880"/>
              <a:chExt cx="10622522" cy="5952733"/>
            </a:xfrm>
          </p:grpSpPr>
          <p:sp>
            <p:nvSpPr>
              <p:cNvPr id="477" name="Google Shape;477;p1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8" name="Google Shape;478;p1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9" name="Google Shape;479;p1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0" name="Google Shape;480;p1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1" name="Google Shape;481;p1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82" name="Google Shape;482;p14"/>
            <p:cNvGrpSpPr/>
            <p:nvPr/>
          </p:nvGrpSpPr>
          <p:grpSpPr>
            <a:xfrm>
              <a:off x="473650" y="274900"/>
              <a:ext cx="8197400" cy="4593724"/>
              <a:chOff x="-280802" y="20880"/>
              <a:chExt cx="10622522" cy="5952733"/>
            </a:xfrm>
          </p:grpSpPr>
          <p:sp>
            <p:nvSpPr>
              <p:cNvPr id="483" name="Google Shape;483;p14"/>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4" name="Google Shape;484;p14"/>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5" name="Google Shape;485;p14"/>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6" name="Google Shape;486;p14"/>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7" name="Google Shape;487;p14"/>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488" name="Google Shape;488;p14"/>
          <p:cNvSpPr txBox="1"/>
          <p:nvPr>
            <p:ph idx="1" type="body"/>
          </p:nvPr>
        </p:nvSpPr>
        <p:spPr>
          <a:xfrm>
            <a:off x="896875"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Font typeface="Bitter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489" name="Google Shape;489;p14"/>
          <p:cNvSpPr txBox="1"/>
          <p:nvPr>
            <p:ph idx="2" type="body"/>
          </p:nvPr>
        </p:nvSpPr>
        <p:spPr>
          <a:xfrm>
            <a:off x="4572419" y="1978550"/>
            <a:ext cx="3675600" cy="26256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accent2"/>
              </a:buClr>
              <a:buSzPts val="1600"/>
              <a:buChar char="●"/>
              <a:defRPr/>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0"/>
              </a:spcBef>
              <a:spcAft>
                <a:spcPts val="0"/>
              </a:spcAft>
              <a:buSzPts val="1400"/>
              <a:buChar char="■"/>
              <a:defRPr/>
            </a:lvl3pPr>
            <a:lvl4pPr indent="-317500" lvl="3" marL="1828800" rtl="0">
              <a:lnSpc>
                <a:spcPct val="100000"/>
              </a:lnSpc>
              <a:spcBef>
                <a:spcPts val="0"/>
              </a:spcBef>
              <a:spcAft>
                <a:spcPts val="0"/>
              </a:spcAft>
              <a:buSzPts val="1400"/>
              <a:buChar char="●"/>
              <a:defRPr/>
            </a:lvl4pPr>
            <a:lvl5pPr indent="-317500" lvl="4" marL="2286000" rtl="0">
              <a:lnSpc>
                <a:spcPct val="100000"/>
              </a:lnSpc>
              <a:spcBef>
                <a:spcPts val="0"/>
              </a:spcBef>
              <a:spcAft>
                <a:spcPts val="0"/>
              </a:spcAft>
              <a:buSzPts val="1400"/>
              <a:buChar char="○"/>
              <a:defRPr/>
            </a:lvl5pPr>
            <a:lvl6pPr indent="-317500" lvl="5" marL="2743200" rtl="0">
              <a:lnSpc>
                <a:spcPct val="100000"/>
              </a:lnSpc>
              <a:spcBef>
                <a:spcPts val="0"/>
              </a:spcBef>
              <a:spcAft>
                <a:spcPts val="0"/>
              </a:spcAft>
              <a:buSzPts val="1400"/>
              <a:buChar char="■"/>
              <a:defRPr/>
            </a:lvl6pPr>
            <a:lvl7pPr indent="-317500" lvl="6" marL="3200400" rtl="0">
              <a:lnSpc>
                <a:spcPct val="100000"/>
              </a:lnSpc>
              <a:spcBef>
                <a:spcPts val="0"/>
              </a:spcBef>
              <a:spcAft>
                <a:spcPts val="0"/>
              </a:spcAft>
              <a:buSzPts val="1400"/>
              <a:buChar char="●"/>
              <a:defRPr/>
            </a:lvl7pPr>
            <a:lvl8pPr indent="-317500" lvl="7" marL="3657600" rtl="0">
              <a:lnSpc>
                <a:spcPct val="100000"/>
              </a:lnSpc>
              <a:spcBef>
                <a:spcPts val="0"/>
              </a:spcBef>
              <a:spcAft>
                <a:spcPts val="0"/>
              </a:spcAft>
              <a:buSzPts val="1400"/>
              <a:buChar char="○"/>
              <a:defRPr/>
            </a:lvl8pPr>
            <a:lvl9pPr indent="-317500" lvl="8" marL="4114800" rtl="0">
              <a:lnSpc>
                <a:spcPct val="100000"/>
              </a:lnSpc>
              <a:spcBef>
                <a:spcPts val="0"/>
              </a:spcBef>
              <a:spcAft>
                <a:spcPts val="0"/>
              </a:spcAft>
              <a:buSzPts val="1400"/>
              <a:buChar char="■"/>
              <a:defRPr/>
            </a:lvl9pPr>
          </a:lstStyle>
          <a:p/>
        </p:txBody>
      </p:sp>
      <p:sp>
        <p:nvSpPr>
          <p:cNvPr id="490" name="Google Shape;490;p14"/>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491" name="Shape 491"/>
        <p:cNvGrpSpPr/>
        <p:nvPr/>
      </p:nvGrpSpPr>
      <p:grpSpPr>
        <a:xfrm>
          <a:off x="0" y="0"/>
          <a:ext cx="0" cy="0"/>
          <a:chOff x="0" y="0"/>
          <a:chExt cx="0" cy="0"/>
        </a:xfrm>
      </p:grpSpPr>
      <p:grpSp>
        <p:nvGrpSpPr>
          <p:cNvPr id="492" name="Google Shape;492;p15"/>
          <p:cNvGrpSpPr/>
          <p:nvPr/>
        </p:nvGrpSpPr>
        <p:grpSpPr>
          <a:xfrm>
            <a:off x="-199950" y="-327450"/>
            <a:ext cx="9543900" cy="5646000"/>
            <a:chOff x="-199950" y="-251250"/>
            <a:chExt cx="9543900" cy="5646000"/>
          </a:xfrm>
        </p:grpSpPr>
        <p:cxnSp>
          <p:nvCxnSpPr>
            <p:cNvPr id="493" name="Google Shape;493;p15"/>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4" name="Google Shape;494;p15"/>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5" name="Google Shape;495;p15"/>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6" name="Google Shape;496;p15"/>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7" name="Google Shape;497;p15"/>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8" name="Google Shape;498;p15"/>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499" name="Google Shape;499;p15"/>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0" name="Google Shape;500;p15"/>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1" name="Google Shape;501;p15"/>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2" name="Google Shape;502;p15"/>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3" name="Google Shape;503;p15"/>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4" name="Google Shape;504;p15"/>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5" name="Google Shape;505;p15"/>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6" name="Google Shape;506;p15"/>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7" name="Google Shape;507;p15"/>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08" name="Google Shape;508;p15"/>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09" name="Google Shape;509;p15"/>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0" name="Google Shape;510;p15"/>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1" name="Google Shape;511;p15"/>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2" name="Google Shape;512;p15"/>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3" name="Google Shape;513;p15"/>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4" name="Google Shape;514;p15"/>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5" name="Google Shape;515;p15"/>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6" name="Google Shape;516;p15"/>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7" name="Google Shape;517;p15"/>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18" name="Google Shape;518;p15"/>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519" name="Google Shape;519;p15"/>
          <p:cNvGrpSpPr/>
          <p:nvPr/>
        </p:nvGrpSpPr>
        <p:grpSpPr>
          <a:xfrm>
            <a:off x="473650" y="274900"/>
            <a:ext cx="8349800" cy="4746124"/>
            <a:chOff x="473650" y="274900"/>
            <a:chExt cx="8349800" cy="4746124"/>
          </a:xfrm>
        </p:grpSpPr>
        <p:grpSp>
          <p:nvGrpSpPr>
            <p:cNvPr id="520" name="Google Shape;520;p15"/>
            <p:cNvGrpSpPr/>
            <p:nvPr/>
          </p:nvGrpSpPr>
          <p:grpSpPr>
            <a:xfrm>
              <a:off x="626050" y="427300"/>
              <a:ext cx="8197400" cy="4593724"/>
              <a:chOff x="-280802" y="20880"/>
              <a:chExt cx="10622522" cy="5952733"/>
            </a:xfrm>
          </p:grpSpPr>
          <p:sp>
            <p:nvSpPr>
              <p:cNvPr id="521" name="Google Shape;521;p1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2" name="Google Shape;522;p1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3" name="Google Shape;523;p1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4" name="Google Shape;524;p1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5" name="Google Shape;525;p1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26" name="Google Shape;526;p15"/>
            <p:cNvGrpSpPr/>
            <p:nvPr/>
          </p:nvGrpSpPr>
          <p:grpSpPr>
            <a:xfrm>
              <a:off x="473650" y="274900"/>
              <a:ext cx="8197400" cy="4593724"/>
              <a:chOff x="-280802" y="20880"/>
              <a:chExt cx="10622522" cy="5952733"/>
            </a:xfrm>
          </p:grpSpPr>
          <p:sp>
            <p:nvSpPr>
              <p:cNvPr id="527" name="Google Shape;527;p15"/>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8" name="Google Shape;528;p15"/>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9" name="Google Shape;529;p15"/>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0" name="Google Shape;530;p15"/>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1" name="Google Shape;531;p15"/>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532" name="Google Shape;532;p15"/>
          <p:cNvSpPr txBox="1"/>
          <p:nvPr>
            <p:ph idx="1" type="subTitle"/>
          </p:nvPr>
        </p:nvSpPr>
        <p:spPr>
          <a:xfrm>
            <a:off x="896050" y="3513003"/>
            <a:ext cx="2193000" cy="860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3" name="Google Shape;533;p15"/>
          <p:cNvSpPr txBox="1"/>
          <p:nvPr>
            <p:ph idx="2" type="subTitle"/>
          </p:nvPr>
        </p:nvSpPr>
        <p:spPr>
          <a:xfrm>
            <a:off x="3475500" y="2889603"/>
            <a:ext cx="2193000" cy="860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4" name="Google Shape;534;p15"/>
          <p:cNvSpPr txBox="1"/>
          <p:nvPr>
            <p:ph idx="3" type="subTitle"/>
          </p:nvPr>
        </p:nvSpPr>
        <p:spPr>
          <a:xfrm>
            <a:off x="6054950" y="3513003"/>
            <a:ext cx="2193000" cy="860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5" name="Google Shape;535;p15"/>
          <p:cNvSpPr txBox="1"/>
          <p:nvPr>
            <p:ph idx="4" type="subTitle"/>
          </p:nvPr>
        </p:nvSpPr>
        <p:spPr>
          <a:xfrm>
            <a:off x="896050" y="3185475"/>
            <a:ext cx="2193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36" name="Google Shape;536;p15"/>
          <p:cNvSpPr txBox="1"/>
          <p:nvPr>
            <p:ph idx="5" type="subTitle"/>
          </p:nvPr>
        </p:nvSpPr>
        <p:spPr>
          <a:xfrm>
            <a:off x="6054950" y="3185475"/>
            <a:ext cx="2193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37" name="Google Shape;537;p15"/>
          <p:cNvSpPr txBox="1"/>
          <p:nvPr>
            <p:ph idx="6" type="subTitle"/>
          </p:nvPr>
        </p:nvSpPr>
        <p:spPr>
          <a:xfrm>
            <a:off x="3475500" y="2563000"/>
            <a:ext cx="2193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38" name="Google Shape;538;p15"/>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2">
    <p:spTree>
      <p:nvGrpSpPr>
        <p:cNvPr id="539" name="Shape 539"/>
        <p:cNvGrpSpPr/>
        <p:nvPr/>
      </p:nvGrpSpPr>
      <p:grpSpPr>
        <a:xfrm>
          <a:off x="0" y="0"/>
          <a:ext cx="0" cy="0"/>
          <a:chOff x="0" y="0"/>
          <a:chExt cx="0" cy="0"/>
        </a:xfrm>
      </p:grpSpPr>
      <p:grpSp>
        <p:nvGrpSpPr>
          <p:cNvPr id="540" name="Google Shape;540;p16"/>
          <p:cNvGrpSpPr/>
          <p:nvPr/>
        </p:nvGrpSpPr>
        <p:grpSpPr>
          <a:xfrm>
            <a:off x="-199950" y="-327450"/>
            <a:ext cx="9543900" cy="5646000"/>
            <a:chOff x="-199950" y="-251250"/>
            <a:chExt cx="9543900" cy="5646000"/>
          </a:xfrm>
        </p:grpSpPr>
        <p:cxnSp>
          <p:nvCxnSpPr>
            <p:cNvPr id="541" name="Google Shape;541;p16"/>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2" name="Google Shape;542;p16"/>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3" name="Google Shape;543;p16"/>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4" name="Google Shape;544;p16"/>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5" name="Google Shape;545;p16"/>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6" name="Google Shape;546;p16"/>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7" name="Google Shape;547;p16"/>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8" name="Google Shape;548;p16"/>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49" name="Google Shape;549;p16"/>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0" name="Google Shape;550;p16"/>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1" name="Google Shape;551;p16"/>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2" name="Google Shape;552;p16"/>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3" name="Google Shape;553;p16"/>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4" name="Google Shape;554;p16"/>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5" name="Google Shape;555;p16"/>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56" name="Google Shape;556;p16"/>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57" name="Google Shape;557;p16"/>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58" name="Google Shape;558;p16"/>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59" name="Google Shape;559;p16"/>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0" name="Google Shape;560;p16"/>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1" name="Google Shape;561;p16"/>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2" name="Google Shape;562;p16"/>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3" name="Google Shape;563;p16"/>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4" name="Google Shape;564;p16"/>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5" name="Google Shape;565;p16"/>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566" name="Google Shape;566;p16"/>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567" name="Google Shape;567;p16"/>
          <p:cNvGrpSpPr/>
          <p:nvPr/>
        </p:nvGrpSpPr>
        <p:grpSpPr>
          <a:xfrm>
            <a:off x="473650" y="274900"/>
            <a:ext cx="8349800" cy="4746124"/>
            <a:chOff x="473650" y="274900"/>
            <a:chExt cx="8349800" cy="4746124"/>
          </a:xfrm>
        </p:grpSpPr>
        <p:grpSp>
          <p:nvGrpSpPr>
            <p:cNvPr id="568" name="Google Shape;568;p16"/>
            <p:cNvGrpSpPr/>
            <p:nvPr/>
          </p:nvGrpSpPr>
          <p:grpSpPr>
            <a:xfrm>
              <a:off x="626050" y="427300"/>
              <a:ext cx="8197400" cy="4593724"/>
              <a:chOff x="-280802" y="20880"/>
              <a:chExt cx="10622522" cy="5952733"/>
            </a:xfrm>
          </p:grpSpPr>
          <p:sp>
            <p:nvSpPr>
              <p:cNvPr id="569" name="Google Shape;569;p1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0" name="Google Shape;570;p1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1" name="Google Shape;571;p1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2" name="Google Shape;572;p1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3" name="Google Shape;573;p1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574" name="Google Shape;574;p16"/>
            <p:cNvGrpSpPr/>
            <p:nvPr/>
          </p:nvGrpSpPr>
          <p:grpSpPr>
            <a:xfrm>
              <a:off x="473650" y="274900"/>
              <a:ext cx="8197400" cy="4593724"/>
              <a:chOff x="-280802" y="20880"/>
              <a:chExt cx="10622522" cy="5952733"/>
            </a:xfrm>
          </p:grpSpPr>
          <p:sp>
            <p:nvSpPr>
              <p:cNvPr id="575" name="Google Shape;575;p16"/>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6" name="Google Shape;576;p16"/>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7" name="Google Shape;577;p16"/>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8" name="Google Shape;578;p16"/>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9" name="Google Shape;579;p16"/>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580" name="Google Shape;580;p16"/>
          <p:cNvSpPr txBox="1"/>
          <p:nvPr>
            <p:ph idx="1" type="subTitle"/>
          </p:nvPr>
        </p:nvSpPr>
        <p:spPr>
          <a:xfrm>
            <a:off x="1908800" y="249642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1" name="Google Shape;581;p16"/>
          <p:cNvSpPr txBox="1"/>
          <p:nvPr>
            <p:ph idx="2" type="subTitle"/>
          </p:nvPr>
        </p:nvSpPr>
        <p:spPr>
          <a:xfrm>
            <a:off x="5687849" y="249642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2" name="Google Shape;582;p16"/>
          <p:cNvSpPr txBox="1"/>
          <p:nvPr>
            <p:ph idx="3" type="subTitle"/>
          </p:nvPr>
        </p:nvSpPr>
        <p:spPr>
          <a:xfrm>
            <a:off x="1908800" y="386167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3" name="Google Shape;583;p16"/>
          <p:cNvSpPr txBox="1"/>
          <p:nvPr>
            <p:ph idx="4" type="subTitle"/>
          </p:nvPr>
        </p:nvSpPr>
        <p:spPr>
          <a:xfrm>
            <a:off x="5687849" y="3861677"/>
            <a:ext cx="238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4" name="Google Shape;584;p16"/>
          <p:cNvSpPr txBox="1"/>
          <p:nvPr>
            <p:ph hasCustomPrompt="1" type="title"/>
          </p:nvPr>
        </p:nvSpPr>
        <p:spPr>
          <a:xfrm>
            <a:off x="1074761" y="1987721"/>
            <a:ext cx="733500" cy="447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5" name="Google Shape;585;p16"/>
          <p:cNvSpPr txBox="1"/>
          <p:nvPr>
            <p:ph hasCustomPrompt="1" idx="5" type="title"/>
          </p:nvPr>
        </p:nvSpPr>
        <p:spPr>
          <a:xfrm>
            <a:off x="1074761" y="3351821"/>
            <a:ext cx="731400" cy="447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6" name="Google Shape;586;p16"/>
          <p:cNvSpPr txBox="1"/>
          <p:nvPr>
            <p:ph hasCustomPrompt="1" idx="6" type="title"/>
          </p:nvPr>
        </p:nvSpPr>
        <p:spPr>
          <a:xfrm>
            <a:off x="4853776" y="1988358"/>
            <a:ext cx="731400" cy="446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7" name="Google Shape;587;p16"/>
          <p:cNvSpPr txBox="1"/>
          <p:nvPr>
            <p:ph hasCustomPrompt="1" idx="7" type="title"/>
          </p:nvPr>
        </p:nvSpPr>
        <p:spPr>
          <a:xfrm>
            <a:off x="4853776" y="3351822"/>
            <a:ext cx="731400" cy="447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8" name="Google Shape;588;p16"/>
          <p:cNvSpPr txBox="1"/>
          <p:nvPr>
            <p:ph idx="8" type="subTitle"/>
          </p:nvPr>
        </p:nvSpPr>
        <p:spPr>
          <a:xfrm>
            <a:off x="1908800" y="1856989"/>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9" name="Google Shape;589;p16"/>
          <p:cNvSpPr txBox="1"/>
          <p:nvPr>
            <p:ph idx="9" type="subTitle"/>
          </p:nvPr>
        </p:nvSpPr>
        <p:spPr>
          <a:xfrm>
            <a:off x="1908800" y="3222339"/>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0" name="Google Shape;590;p16"/>
          <p:cNvSpPr txBox="1"/>
          <p:nvPr>
            <p:ph idx="13" type="subTitle"/>
          </p:nvPr>
        </p:nvSpPr>
        <p:spPr>
          <a:xfrm>
            <a:off x="5687849" y="1856989"/>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1" name="Google Shape;591;p16"/>
          <p:cNvSpPr txBox="1"/>
          <p:nvPr>
            <p:ph idx="14" type="subTitle"/>
          </p:nvPr>
        </p:nvSpPr>
        <p:spPr>
          <a:xfrm>
            <a:off x="5687849" y="3222336"/>
            <a:ext cx="2381400" cy="75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2" name="Google Shape;592;p16"/>
          <p:cNvSpPr txBox="1"/>
          <p:nvPr>
            <p:ph idx="15"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593" name="Shape 593"/>
        <p:cNvGrpSpPr/>
        <p:nvPr/>
      </p:nvGrpSpPr>
      <p:grpSpPr>
        <a:xfrm>
          <a:off x="0" y="0"/>
          <a:ext cx="0" cy="0"/>
          <a:chOff x="0" y="0"/>
          <a:chExt cx="0" cy="0"/>
        </a:xfrm>
      </p:grpSpPr>
      <p:grpSp>
        <p:nvGrpSpPr>
          <p:cNvPr id="594" name="Google Shape;594;p17"/>
          <p:cNvGrpSpPr/>
          <p:nvPr/>
        </p:nvGrpSpPr>
        <p:grpSpPr>
          <a:xfrm>
            <a:off x="-199950" y="-327450"/>
            <a:ext cx="9543900" cy="5646000"/>
            <a:chOff x="-199950" y="-251250"/>
            <a:chExt cx="9543900" cy="5646000"/>
          </a:xfrm>
        </p:grpSpPr>
        <p:cxnSp>
          <p:nvCxnSpPr>
            <p:cNvPr id="595" name="Google Shape;595;p17"/>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6" name="Google Shape;596;p17"/>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7" name="Google Shape;597;p17"/>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8" name="Google Shape;598;p17"/>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599" name="Google Shape;599;p17"/>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0" name="Google Shape;600;p17"/>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1" name="Google Shape;601;p17"/>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2" name="Google Shape;602;p17"/>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3" name="Google Shape;603;p17"/>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4" name="Google Shape;604;p17"/>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5" name="Google Shape;605;p17"/>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6" name="Google Shape;606;p17"/>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7" name="Google Shape;607;p17"/>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8" name="Google Shape;608;p17"/>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09" name="Google Shape;609;p17"/>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10" name="Google Shape;610;p17"/>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1" name="Google Shape;611;p17"/>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2" name="Google Shape;612;p17"/>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3" name="Google Shape;613;p17"/>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4" name="Google Shape;614;p17"/>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5" name="Google Shape;615;p17"/>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6" name="Google Shape;616;p17"/>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7" name="Google Shape;617;p17"/>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8" name="Google Shape;618;p17"/>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19" name="Google Shape;619;p17"/>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20" name="Google Shape;620;p17"/>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621" name="Google Shape;621;p17"/>
          <p:cNvGrpSpPr/>
          <p:nvPr/>
        </p:nvGrpSpPr>
        <p:grpSpPr>
          <a:xfrm>
            <a:off x="626050" y="427300"/>
            <a:ext cx="8197400" cy="4593724"/>
            <a:chOff x="-280802" y="20880"/>
            <a:chExt cx="10622522" cy="5952733"/>
          </a:xfrm>
        </p:grpSpPr>
        <p:sp>
          <p:nvSpPr>
            <p:cNvPr id="622" name="Google Shape;622;p1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3" name="Google Shape;623;p1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4" name="Google Shape;624;p1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5" name="Google Shape;625;p1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6" name="Google Shape;626;p1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27" name="Google Shape;627;p17"/>
          <p:cNvGrpSpPr/>
          <p:nvPr/>
        </p:nvGrpSpPr>
        <p:grpSpPr>
          <a:xfrm>
            <a:off x="473650" y="274900"/>
            <a:ext cx="8197400" cy="4593724"/>
            <a:chOff x="-280802" y="20880"/>
            <a:chExt cx="10622522" cy="5952733"/>
          </a:xfrm>
        </p:grpSpPr>
        <p:sp>
          <p:nvSpPr>
            <p:cNvPr id="628" name="Google Shape;628;p17"/>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9" name="Google Shape;629;p17"/>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0" name="Google Shape;630;p17"/>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1" name="Google Shape;631;p17"/>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2" name="Google Shape;632;p17"/>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633" name="Google Shape;633;p17"/>
          <p:cNvSpPr txBox="1"/>
          <p:nvPr>
            <p:ph idx="1" type="subTitle"/>
          </p:nvPr>
        </p:nvSpPr>
        <p:spPr>
          <a:xfrm>
            <a:off x="896750" y="249575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4" name="Google Shape;634;p17"/>
          <p:cNvSpPr txBox="1"/>
          <p:nvPr>
            <p:ph idx="2" type="subTitle"/>
          </p:nvPr>
        </p:nvSpPr>
        <p:spPr>
          <a:xfrm>
            <a:off x="3419244" y="249575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5" name="Google Shape;635;p17"/>
          <p:cNvSpPr txBox="1"/>
          <p:nvPr>
            <p:ph idx="3" type="subTitle"/>
          </p:nvPr>
        </p:nvSpPr>
        <p:spPr>
          <a:xfrm>
            <a:off x="5941745" y="249575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6" name="Google Shape;636;p17"/>
          <p:cNvSpPr txBox="1"/>
          <p:nvPr>
            <p:ph idx="4" type="subTitle"/>
          </p:nvPr>
        </p:nvSpPr>
        <p:spPr>
          <a:xfrm>
            <a:off x="896750" y="375090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7" name="Google Shape;637;p17"/>
          <p:cNvSpPr txBox="1"/>
          <p:nvPr>
            <p:ph idx="5" type="subTitle"/>
          </p:nvPr>
        </p:nvSpPr>
        <p:spPr>
          <a:xfrm>
            <a:off x="3419250" y="375090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8" name="Google Shape;638;p17"/>
          <p:cNvSpPr txBox="1"/>
          <p:nvPr>
            <p:ph idx="6" type="subTitle"/>
          </p:nvPr>
        </p:nvSpPr>
        <p:spPr>
          <a:xfrm>
            <a:off x="5941750" y="3750909"/>
            <a:ext cx="2305500" cy="39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1800">
                <a:latin typeface="Days One"/>
                <a:ea typeface="Days One"/>
                <a:cs typeface="Days One"/>
                <a:sym typeface="Days On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9" name="Google Shape;639;p17"/>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640" name="Shape 640"/>
        <p:cNvGrpSpPr/>
        <p:nvPr/>
      </p:nvGrpSpPr>
      <p:grpSpPr>
        <a:xfrm>
          <a:off x="0" y="0"/>
          <a:ext cx="0" cy="0"/>
          <a:chOff x="0" y="0"/>
          <a:chExt cx="0" cy="0"/>
        </a:xfrm>
      </p:grpSpPr>
      <p:grpSp>
        <p:nvGrpSpPr>
          <p:cNvPr id="641" name="Google Shape;641;p18"/>
          <p:cNvGrpSpPr/>
          <p:nvPr/>
        </p:nvGrpSpPr>
        <p:grpSpPr>
          <a:xfrm>
            <a:off x="-199950" y="-327450"/>
            <a:ext cx="9543900" cy="5646000"/>
            <a:chOff x="-199950" y="-251250"/>
            <a:chExt cx="9543900" cy="5646000"/>
          </a:xfrm>
        </p:grpSpPr>
        <p:cxnSp>
          <p:nvCxnSpPr>
            <p:cNvPr id="642" name="Google Shape;642;p18"/>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3" name="Google Shape;643;p18"/>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4" name="Google Shape;644;p18"/>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5" name="Google Shape;645;p18"/>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6" name="Google Shape;646;p18"/>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7" name="Google Shape;647;p18"/>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8" name="Google Shape;648;p18"/>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49" name="Google Shape;649;p18"/>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0" name="Google Shape;650;p18"/>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1" name="Google Shape;651;p18"/>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2" name="Google Shape;652;p18"/>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3" name="Google Shape;653;p18"/>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4" name="Google Shape;654;p18"/>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5" name="Google Shape;655;p18"/>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6" name="Google Shape;656;p18"/>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57" name="Google Shape;657;p18"/>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58" name="Google Shape;658;p18"/>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59" name="Google Shape;659;p18"/>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0" name="Google Shape;660;p18"/>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1" name="Google Shape;661;p18"/>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2" name="Google Shape;662;p18"/>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3" name="Google Shape;663;p18"/>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4" name="Google Shape;664;p18"/>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5" name="Google Shape;665;p18"/>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6" name="Google Shape;666;p18"/>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667" name="Google Shape;667;p18"/>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668" name="Google Shape;668;p18"/>
          <p:cNvGrpSpPr/>
          <p:nvPr/>
        </p:nvGrpSpPr>
        <p:grpSpPr>
          <a:xfrm>
            <a:off x="473650" y="274900"/>
            <a:ext cx="8349800" cy="4746124"/>
            <a:chOff x="473650" y="274900"/>
            <a:chExt cx="8349800" cy="4746124"/>
          </a:xfrm>
        </p:grpSpPr>
        <p:grpSp>
          <p:nvGrpSpPr>
            <p:cNvPr id="669" name="Google Shape;669;p18"/>
            <p:cNvGrpSpPr/>
            <p:nvPr/>
          </p:nvGrpSpPr>
          <p:grpSpPr>
            <a:xfrm>
              <a:off x="626050" y="427300"/>
              <a:ext cx="8197400" cy="4593724"/>
              <a:chOff x="-280802" y="20880"/>
              <a:chExt cx="10622522" cy="5952733"/>
            </a:xfrm>
          </p:grpSpPr>
          <p:sp>
            <p:nvSpPr>
              <p:cNvPr id="670" name="Google Shape;670;p1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1" name="Google Shape;671;p1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2" name="Google Shape;672;p1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3" name="Google Shape;673;p1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4" name="Google Shape;674;p1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75" name="Google Shape;675;p18"/>
            <p:cNvGrpSpPr/>
            <p:nvPr/>
          </p:nvGrpSpPr>
          <p:grpSpPr>
            <a:xfrm>
              <a:off x="473650" y="274900"/>
              <a:ext cx="8197400" cy="4593724"/>
              <a:chOff x="-280802" y="20880"/>
              <a:chExt cx="10622522" cy="5952733"/>
            </a:xfrm>
          </p:grpSpPr>
          <p:sp>
            <p:nvSpPr>
              <p:cNvPr id="676" name="Google Shape;676;p18"/>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7" name="Google Shape;677;p18"/>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8" name="Google Shape;678;p18"/>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9" name="Google Shape;679;p18"/>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0" name="Google Shape;680;p18"/>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681" name="Google Shape;681;p18"/>
          <p:cNvSpPr txBox="1"/>
          <p:nvPr>
            <p:ph type="title"/>
          </p:nvPr>
        </p:nvSpPr>
        <p:spPr>
          <a:xfrm>
            <a:off x="2347938" y="78515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2" name="Google Shape;682;p18"/>
          <p:cNvSpPr txBox="1"/>
          <p:nvPr>
            <p:ph idx="1" type="subTitle"/>
          </p:nvPr>
        </p:nvSpPr>
        <p:spPr>
          <a:xfrm>
            <a:off x="2347900" y="1881324"/>
            <a:ext cx="4448100" cy="111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3" name="Google Shape;683;p18"/>
          <p:cNvSpPr txBox="1"/>
          <p:nvPr/>
        </p:nvSpPr>
        <p:spPr>
          <a:xfrm>
            <a:off x="2099100" y="37643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Lato"/>
                <a:ea typeface="Lato"/>
                <a:cs typeface="Lato"/>
                <a:sym typeface="Lato"/>
              </a:rPr>
              <a:t>CREDITS:</a:t>
            </a:r>
            <a:r>
              <a:rPr lang="en" sz="1000">
                <a:solidFill>
                  <a:schemeClr val="dk1"/>
                </a:solidFill>
                <a:latin typeface="Lato"/>
                <a:ea typeface="Lato"/>
                <a:cs typeface="Lato"/>
                <a:sym typeface="Lato"/>
              </a:rPr>
              <a:t> This presentation template was created by </a:t>
            </a:r>
            <a:r>
              <a:rPr b="1" lang="en" sz="1000" u="sng">
                <a:solidFill>
                  <a:schemeClr val="dk1"/>
                </a:solidFill>
                <a:latin typeface="Lato"/>
                <a:ea typeface="Lato"/>
                <a:cs typeface="Lato"/>
                <a:sym typeface="Lato"/>
                <a:hlinkClick r:id="rId2">
                  <a:extLst>
                    <a:ext uri="{A12FA001-AC4F-418D-AE19-62706E023703}">
                      <ahyp:hlinkClr val="tx"/>
                    </a:ext>
                  </a:extLst>
                </a:hlinkClick>
              </a:rPr>
              <a:t>Slidesgo</a:t>
            </a:r>
            <a:r>
              <a:rPr lang="en" sz="1000">
                <a:solidFill>
                  <a:schemeClr val="dk1"/>
                </a:solidFill>
                <a:latin typeface="Lato"/>
                <a:ea typeface="Lato"/>
                <a:cs typeface="Lato"/>
                <a:sym typeface="Lato"/>
              </a:rPr>
              <a:t>, and includes icons by </a:t>
            </a:r>
            <a:r>
              <a:rPr b="1" lang="en" sz="1000" u="sng">
                <a:solidFill>
                  <a:schemeClr val="dk1"/>
                </a:solidFill>
                <a:latin typeface="Lato"/>
                <a:ea typeface="Lato"/>
                <a:cs typeface="Lato"/>
                <a:sym typeface="Lato"/>
                <a:hlinkClick r:id="rId3">
                  <a:extLst>
                    <a:ext uri="{A12FA001-AC4F-418D-AE19-62706E023703}">
                      <ahyp:hlinkClr val="tx"/>
                    </a:ext>
                  </a:extLst>
                </a:hlinkClick>
              </a:rPr>
              <a:t>Flaticon</a:t>
            </a:r>
            <a:r>
              <a:rPr lang="en" sz="1000">
                <a:solidFill>
                  <a:schemeClr val="dk1"/>
                </a:solidFill>
                <a:latin typeface="Lato"/>
                <a:ea typeface="Lato"/>
                <a:cs typeface="Lato"/>
                <a:sym typeface="Lato"/>
              </a:rPr>
              <a:t>, and infographics &amp; images by </a:t>
            </a:r>
            <a:r>
              <a:rPr b="1" lang="en" sz="1000" u="sng">
                <a:solidFill>
                  <a:schemeClr val="dk1"/>
                </a:solidFill>
                <a:latin typeface="Lato"/>
                <a:ea typeface="Lato"/>
                <a:cs typeface="Lato"/>
                <a:sym typeface="Lato"/>
                <a:hlinkClick r:id="rId4">
                  <a:extLst>
                    <a:ext uri="{A12FA001-AC4F-418D-AE19-62706E023703}">
                      <ahyp:hlinkClr val="tx"/>
                    </a:ext>
                  </a:extLst>
                </a:hlinkClick>
              </a:rPr>
              <a:t>Freepik</a:t>
            </a:r>
            <a:r>
              <a:rPr lang="en" sz="1000" u="sng">
                <a:solidFill>
                  <a:schemeClr val="dk1"/>
                </a:solidFill>
                <a:latin typeface="Lato"/>
                <a:ea typeface="Lato"/>
                <a:cs typeface="Lato"/>
                <a:sym typeface="Lato"/>
              </a:rPr>
              <a:t> </a:t>
            </a:r>
            <a:endParaRPr b="1" sz="1000" u="sng">
              <a:solidFill>
                <a:schemeClr val="dk1"/>
              </a:solidFill>
              <a:latin typeface="Lato"/>
              <a:ea typeface="Lato"/>
              <a:cs typeface="Lato"/>
              <a:sym typeface="La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684" name="Shape 684"/>
        <p:cNvGrpSpPr/>
        <p:nvPr/>
      </p:nvGrpSpPr>
      <p:grpSpPr>
        <a:xfrm>
          <a:off x="0" y="0"/>
          <a:ext cx="0" cy="0"/>
          <a:chOff x="0" y="0"/>
          <a:chExt cx="0" cy="0"/>
        </a:xfrm>
      </p:grpSpPr>
      <p:grpSp>
        <p:nvGrpSpPr>
          <p:cNvPr id="685" name="Google Shape;685;p19"/>
          <p:cNvGrpSpPr/>
          <p:nvPr/>
        </p:nvGrpSpPr>
        <p:grpSpPr>
          <a:xfrm>
            <a:off x="-199950" y="-327450"/>
            <a:ext cx="9543900" cy="5646000"/>
            <a:chOff x="-199950" y="-251250"/>
            <a:chExt cx="9543900" cy="5646000"/>
          </a:xfrm>
        </p:grpSpPr>
        <p:cxnSp>
          <p:nvCxnSpPr>
            <p:cNvPr id="686" name="Google Shape;686;p19"/>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7" name="Google Shape;687;p19"/>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8" name="Google Shape;688;p19"/>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89" name="Google Shape;689;p19"/>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0" name="Google Shape;690;p19"/>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1" name="Google Shape;691;p19"/>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2" name="Google Shape;692;p19"/>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3" name="Google Shape;693;p19"/>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4" name="Google Shape;694;p19"/>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5" name="Google Shape;695;p19"/>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6" name="Google Shape;696;p19"/>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7" name="Google Shape;697;p19"/>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8" name="Google Shape;698;p19"/>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699" name="Google Shape;699;p19"/>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00" name="Google Shape;700;p19"/>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01" name="Google Shape;701;p19"/>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2" name="Google Shape;702;p19"/>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3" name="Google Shape;703;p19"/>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4" name="Google Shape;704;p19"/>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5" name="Google Shape;705;p19"/>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6" name="Google Shape;706;p19"/>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7" name="Google Shape;707;p19"/>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8" name="Google Shape;708;p19"/>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09" name="Google Shape;709;p19"/>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10" name="Google Shape;710;p19"/>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11" name="Google Shape;711;p19"/>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712" name="Google Shape;712;p19"/>
          <p:cNvGrpSpPr/>
          <p:nvPr/>
        </p:nvGrpSpPr>
        <p:grpSpPr>
          <a:xfrm>
            <a:off x="473650" y="274900"/>
            <a:ext cx="8349800" cy="4746124"/>
            <a:chOff x="473650" y="274900"/>
            <a:chExt cx="8349800" cy="4746124"/>
          </a:xfrm>
        </p:grpSpPr>
        <p:grpSp>
          <p:nvGrpSpPr>
            <p:cNvPr id="713" name="Google Shape;713;p19"/>
            <p:cNvGrpSpPr/>
            <p:nvPr/>
          </p:nvGrpSpPr>
          <p:grpSpPr>
            <a:xfrm>
              <a:off x="626050" y="427300"/>
              <a:ext cx="8197400" cy="4593724"/>
              <a:chOff x="-280802" y="20880"/>
              <a:chExt cx="10622522" cy="5952733"/>
            </a:xfrm>
          </p:grpSpPr>
          <p:sp>
            <p:nvSpPr>
              <p:cNvPr id="714" name="Google Shape;714;p1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5" name="Google Shape;715;p1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6" name="Google Shape;716;p1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7" name="Google Shape;717;p1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8" name="Google Shape;718;p1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19" name="Google Shape;719;p19"/>
            <p:cNvGrpSpPr/>
            <p:nvPr/>
          </p:nvGrpSpPr>
          <p:grpSpPr>
            <a:xfrm>
              <a:off x="473650" y="274900"/>
              <a:ext cx="8197400" cy="4593724"/>
              <a:chOff x="-280802" y="20880"/>
              <a:chExt cx="10622522" cy="5952733"/>
            </a:xfrm>
          </p:grpSpPr>
          <p:sp>
            <p:nvSpPr>
              <p:cNvPr id="720" name="Google Shape;720;p19"/>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1" name="Google Shape;721;p19"/>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2" name="Google Shape;722;p19"/>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3" name="Google Shape;723;p19"/>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4" name="Google Shape;724;p19"/>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725" name="Google Shape;725;p19"/>
          <p:cNvGrpSpPr/>
          <p:nvPr/>
        </p:nvGrpSpPr>
        <p:grpSpPr>
          <a:xfrm>
            <a:off x="7359430" y="819685"/>
            <a:ext cx="1132714" cy="1645290"/>
            <a:chOff x="7359430" y="819685"/>
            <a:chExt cx="1132714" cy="1645290"/>
          </a:xfrm>
        </p:grpSpPr>
        <p:sp>
          <p:nvSpPr>
            <p:cNvPr id="726" name="Google Shape;726;p19"/>
            <p:cNvSpPr/>
            <p:nvPr/>
          </p:nvSpPr>
          <p:spPr>
            <a:xfrm rot="3600003">
              <a:off x="7508612" y="974409"/>
              <a:ext cx="834351" cy="826229"/>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7" name="Google Shape;727;p19"/>
            <p:cNvSpPr/>
            <p:nvPr/>
          </p:nvSpPr>
          <p:spPr>
            <a:xfrm rot="3600020">
              <a:off x="7893347" y="1918241"/>
              <a:ext cx="465027" cy="460495"/>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728" name="Shape 728"/>
        <p:cNvGrpSpPr/>
        <p:nvPr/>
      </p:nvGrpSpPr>
      <p:grpSpPr>
        <a:xfrm>
          <a:off x="0" y="0"/>
          <a:ext cx="0" cy="0"/>
          <a:chOff x="0" y="0"/>
          <a:chExt cx="0" cy="0"/>
        </a:xfrm>
      </p:grpSpPr>
      <p:grpSp>
        <p:nvGrpSpPr>
          <p:cNvPr id="729" name="Google Shape;729;p20"/>
          <p:cNvGrpSpPr/>
          <p:nvPr/>
        </p:nvGrpSpPr>
        <p:grpSpPr>
          <a:xfrm>
            <a:off x="-199950" y="-327450"/>
            <a:ext cx="9543900" cy="5646000"/>
            <a:chOff x="-199950" y="-251250"/>
            <a:chExt cx="9543900" cy="5646000"/>
          </a:xfrm>
        </p:grpSpPr>
        <p:cxnSp>
          <p:nvCxnSpPr>
            <p:cNvPr id="730" name="Google Shape;730;p20"/>
            <p:cNvCxnSpPr/>
            <p:nvPr/>
          </p:nvCxnSpPr>
          <p:spPr>
            <a:xfrm rot="10800000">
              <a:off x="31462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1" name="Google Shape;731;p20"/>
            <p:cNvCxnSpPr/>
            <p:nvPr/>
          </p:nvCxnSpPr>
          <p:spPr>
            <a:xfrm rot="10800000">
              <a:off x="88232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2" name="Google Shape;732;p20"/>
            <p:cNvCxnSpPr/>
            <p:nvPr/>
          </p:nvCxnSpPr>
          <p:spPr>
            <a:xfrm rot="10800000">
              <a:off x="145002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3" name="Google Shape;733;p20"/>
            <p:cNvCxnSpPr/>
            <p:nvPr/>
          </p:nvCxnSpPr>
          <p:spPr>
            <a:xfrm rot="10800000">
              <a:off x="201773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4" name="Google Shape;734;p20"/>
            <p:cNvCxnSpPr/>
            <p:nvPr/>
          </p:nvCxnSpPr>
          <p:spPr>
            <a:xfrm rot="10800000">
              <a:off x="258543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5" name="Google Shape;735;p20"/>
            <p:cNvCxnSpPr/>
            <p:nvPr/>
          </p:nvCxnSpPr>
          <p:spPr>
            <a:xfrm rot="10800000">
              <a:off x="315313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6" name="Google Shape;736;p20"/>
            <p:cNvCxnSpPr/>
            <p:nvPr/>
          </p:nvCxnSpPr>
          <p:spPr>
            <a:xfrm rot="10800000">
              <a:off x="372083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7" name="Google Shape;737;p20"/>
            <p:cNvCxnSpPr/>
            <p:nvPr/>
          </p:nvCxnSpPr>
          <p:spPr>
            <a:xfrm rot="10800000">
              <a:off x="428853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8" name="Google Shape;738;p20"/>
            <p:cNvCxnSpPr/>
            <p:nvPr/>
          </p:nvCxnSpPr>
          <p:spPr>
            <a:xfrm rot="10800000">
              <a:off x="485623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39" name="Google Shape;739;p20"/>
            <p:cNvCxnSpPr/>
            <p:nvPr/>
          </p:nvCxnSpPr>
          <p:spPr>
            <a:xfrm rot="10800000">
              <a:off x="5423940"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0" name="Google Shape;740;p20"/>
            <p:cNvCxnSpPr/>
            <p:nvPr/>
          </p:nvCxnSpPr>
          <p:spPr>
            <a:xfrm rot="10800000">
              <a:off x="5991642"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1" name="Google Shape;741;p20"/>
            <p:cNvCxnSpPr/>
            <p:nvPr/>
          </p:nvCxnSpPr>
          <p:spPr>
            <a:xfrm rot="10800000">
              <a:off x="6559343"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2" name="Google Shape;742;p20"/>
            <p:cNvCxnSpPr/>
            <p:nvPr/>
          </p:nvCxnSpPr>
          <p:spPr>
            <a:xfrm rot="10800000">
              <a:off x="7127045"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3" name="Google Shape;743;p20"/>
            <p:cNvCxnSpPr/>
            <p:nvPr/>
          </p:nvCxnSpPr>
          <p:spPr>
            <a:xfrm rot="10800000">
              <a:off x="7694747"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4" name="Google Shape;744;p20"/>
            <p:cNvCxnSpPr/>
            <p:nvPr/>
          </p:nvCxnSpPr>
          <p:spPr>
            <a:xfrm rot="10800000">
              <a:off x="8262448" y="-251250"/>
              <a:ext cx="0" cy="5646000"/>
            </a:xfrm>
            <a:prstGeom prst="straightConnector1">
              <a:avLst/>
            </a:prstGeom>
            <a:noFill/>
            <a:ln cap="flat" cmpd="sng" w="19050">
              <a:solidFill>
                <a:schemeClr val="accent3"/>
              </a:solidFill>
              <a:prstDash val="solid"/>
              <a:round/>
              <a:headEnd len="med" w="med" type="none"/>
              <a:tailEnd len="med" w="med" type="none"/>
            </a:ln>
          </p:spPr>
        </p:cxnSp>
        <p:cxnSp>
          <p:nvCxnSpPr>
            <p:cNvPr id="745" name="Google Shape;745;p20"/>
            <p:cNvCxnSpPr/>
            <p:nvPr/>
          </p:nvCxnSpPr>
          <p:spPr>
            <a:xfrm>
              <a:off x="-199950" y="2341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6" name="Google Shape;746;p20"/>
            <p:cNvCxnSpPr/>
            <p:nvPr/>
          </p:nvCxnSpPr>
          <p:spPr>
            <a:xfrm>
              <a:off x="-199950" y="753635"/>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7" name="Google Shape;747;p20"/>
            <p:cNvCxnSpPr/>
            <p:nvPr/>
          </p:nvCxnSpPr>
          <p:spPr>
            <a:xfrm>
              <a:off x="-199950" y="1273157"/>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8" name="Google Shape;748;p20"/>
            <p:cNvCxnSpPr/>
            <p:nvPr/>
          </p:nvCxnSpPr>
          <p:spPr>
            <a:xfrm>
              <a:off x="-199950" y="1792679"/>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49" name="Google Shape;749;p20"/>
            <p:cNvCxnSpPr/>
            <p:nvPr/>
          </p:nvCxnSpPr>
          <p:spPr>
            <a:xfrm>
              <a:off x="-199950" y="2312201"/>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0" name="Google Shape;750;p20"/>
            <p:cNvCxnSpPr/>
            <p:nvPr/>
          </p:nvCxnSpPr>
          <p:spPr>
            <a:xfrm>
              <a:off x="-199950" y="2831724"/>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1" name="Google Shape;751;p20"/>
            <p:cNvCxnSpPr/>
            <p:nvPr/>
          </p:nvCxnSpPr>
          <p:spPr>
            <a:xfrm>
              <a:off x="-199950" y="3351246"/>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2" name="Google Shape;752;p20"/>
            <p:cNvCxnSpPr/>
            <p:nvPr/>
          </p:nvCxnSpPr>
          <p:spPr>
            <a:xfrm>
              <a:off x="-199950" y="3870768"/>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3" name="Google Shape;753;p20"/>
            <p:cNvCxnSpPr/>
            <p:nvPr/>
          </p:nvCxnSpPr>
          <p:spPr>
            <a:xfrm>
              <a:off x="-199950" y="4390290"/>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4" name="Google Shape;754;p20"/>
            <p:cNvCxnSpPr/>
            <p:nvPr/>
          </p:nvCxnSpPr>
          <p:spPr>
            <a:xfrm>
              <a:off x="-199950" y="4909813"/>
              <a:ext cx="9543900" cy="0"/>
            </a:xfrm>
            <a:prstGeom prst="straightConnector1">
              <a:avLst/>
            </a:prstGeom>
            <a:noFill/>
            <a:ln cap="flat" cmpd="sng" w="19050">
              <a:solidFill>
                <a:schemeClr val="accent3"/>
              </a:solidFill>
              <a:prstDash val="solid"/>
              <a:round/>
              <a:headEnd len="med" w="med" type="none"/>
              <a:tailEnd len="med" w="med" type="none"/>
            </a:ln>
          </p:spPr>
        </p:cxnSp>
        <p:cxnSp>
          <p:nvCxnSpPr>
            <p:cNvPr id="755" name="Google Shape;755;p20"/>
            <p:cNvCxnSpPr/>
            <p:nvPr/>
          </p:nvCxnSpPr>
          <p:spPr>
            <a:xfrm rot="10800000">
              <a:off x="8830150" y="-251250"/>
              <a:ext cx="0" cy="5646000"/>
            </a:xfrm>
            <a:prstGeom prst="straightConnector1">
              <a:avLst/>
            </a:prstGeom>
            <a:noFill/>
            <a:ln cap="flat" cmpd="sng" w="19050">
              <a:solidFill>
                <a:schemeClr val="accent3"/>
              </a:solidFill>
              <a:prstDash val="solid"/>
              <a:round/>
              <a:headEnd len="med" w="med" type="none"/>
              <a:tailEnd len="med" w="med" type="none"/>
            </a:ln>
          </p:spPr>
        </p:cxnSp>
      </p:grpSp>
      <p:grpSp>
        <p:nvGrpSpPr>
          <p:cNvPr id="756" name="Google Shape;756;p20"/>
          <p:cNvGrpSpPr/>
          <p:nvPr/>
        </p:nvGrpSpPr>
        <p:grpSpPr>
          <a:xfrm>
            <a:off x="626050" y="427300"/>
            <a:ext cx="8197400" cy="4593724"/>
            <a:chOff x="-280802" y="20880"/>
            <a:chExt cx="10622522" cy="5952733"/>
          </a:xfrm>
        </p:grpSpPr>
        <p:sp>
          <p:nvSpPr>
            <p:cNvPr id="757" name="Google Shape;757;p20"/>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8" name="Google Shape;758;p20"/>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9" name="Google Shape;759;p20"/>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0" name="Google Shape;760;p20"/>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1" name="Google Shape;761;p20"/>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62" name="Google Shape;762;p20"/>
          <p:cNvGrpSpPr/>
          <p:nvPr/>
        </p:nvGrpSpPr>
        <p:grpSpPr>
          <a:xfrm>
            <a:off x="473650" y="274900"/>
            <a:ext cx="8197400" cy="4593724"/>
            <a:chOff x="-280802" y="20880"/>
            <a:chExt cx="10622522" cy="5952733"/>
          </a:xfrm>
        </p:grpSpPr>
        <p:sp>
          <p:nvSpPr>
            <p:cNvPr id="763" name="Google Shape;763;p20"/>
            <p:cNvSpPr/>
            <p:nvPr/>
          </p:nvSpPr>
          <p:spPr>
            <a:xfrm>
              <a:off x="-280802" y="549713"/>
              <a:ext cx="10622520" cy="5423901"/>
            </a:xfrm>
            <a:custGeom>
              <a:rect b="b" l="l" r="r" t="t"/>
              <a:pathLst>
                <a:path extrusionOk="0" h="14157" w="29507">
                  <a:moveTo>
                    <a:pt x="0" y="14157"/>
                  </a:moveTo>
                  <a:lnTo>
                    <a:pt x="29507" y="14157"/>
                  </a:lnTo>
                  <a:lnTo>
                    <a:pt x="29507" y="0"/>
                  </a:lnTo>
                  <a:lnTo>
                    <a:pt x="0" y="0"/>
                  </a:lnTo>
                  <a:lnTo>
                    <a:pt x="0" y="14157"/>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4" name="Google Shape;764;p20"/>
            <p:cNvSpPr/>
            <p:nvPr/>
          </p:nvSpPr>
          <p:spPr>
            <a:xfrm>
              <a:off x="-280800" y="20880"/>
              <a:ext cx="10622520" cy="528840"/>
            </a:xfrm>
            <a:custGeom>
              <a:rect b="b" l="l" r="r" t="t"/>
              <a:pathLst>
                <a:path extrusionOk="0" h="1469" w="29507">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5" name="Google Shape;765;p20"/>
            <p:cNvSpPr/>
            <p:nvPr/>
          </p:nvSpPr>
          <p:spPr>
            <a:xfrm>
              <a:off x="-4788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6" name="Google Shape;766;p20"/>
            <p:cNvSpPr/>
            <p:nvPr/>
          </p:nvSpPr>
          <p:spPr>
            <a:xfrm>
              <a:off x="32796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7" name="Google Shape;767;p20"/>
            <p:cNvSpPr/>
            <p:nvPr/>
          </p:nvSpPr>
          <p:spPr>
            <a:xfrm>
              <a:off x="703800" y="163440"/>
              <a:ext cx="243000" cy="243360"/>
            </a:xfrm>
            <a:custGeom>
              <a:rect b="b" l="l" r="r" t="t"/>
              <a:pathLst>
                <a:path extrusionOk="0" h="676" w="675">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68" name="Google Shape;768;p20"/>
          <p:cNvGrpSpPr/>
          <p:nvPr/>
        </p:nvGrpSpPr>
        <p:grpSpPr>
          <a:xfrm>
            <a:off x="7527566" y="3702226"/>
            <a:ext cx="1212401" cy="1240945"/>
            <a:chOff x="8264880" y="1119240"/>
            <a:chExt cx="1865520" cy="1909440"/>
          </a:xfrm>
        </p:grpSpPr>
        <p:sp>
          <p:nvSpPr>
            <p:cNvPr id="769" name="Google Shape;769;p20"/>
            <p:cNvSpPr/>
            <p:nvPr/>
          </p:nvSpPr>
          <p:spPr>
            <a:xfrm>
              <a:off x="9336240" y="2202840"/>
              <a:ext cx="190080" cy="199080"/>
            </a:xfrm>
            <a:custGeom>
              <a:rect b="b" l="l" r="r" t="t"/>
              <a:pathLst>
                <a:path extrusionOk="0" h="553" w="528">
                  <a:moveTo>
                    <a:pt x="0" y="0"/>
                  </a:moveTo>
                  <a:lnTo>
                    <a:pt x="528" y="553"/>
                  </a:lnTo>
                  <a:lnTo>
                    <a:pt x="0" y="0"/>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0" name="Google Shape;770;p20"/>
            <p:cNvSpPr/>
            <p:nvPr/>
          </p:nvSpPr>
          <p:spPr>
            <a:xfrm>
              <a:off x="9298800" y="2167200"/>
              <a:ext cx="264960" cy="270360"/>
            </a:xfrm>
            <a:custGeom>
              <a:rect b="b" l="l" r="r" t="t"/>
              <a:pathLst>
                <a:path extrusionOk="0" h="751" w="736">
                  <a:moveTo>
                    <a:pt x="527" y="751"/>
                  </a:moveTo>
                  <a:lnTo>
                    <a:pt x="736" y="553"/>
                  </a:lnTo>
                  <a:lnTo>
                    <a:pt x="208" y="0"/>
                  </a:lnTo>
                  <a:lnTo>
                    <a:pt x="0" y="198"/>
                  </a:lnTo>
                  <a:lnTo>
                    <a:pt x="527" y="751"/>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1" name="Google Shape;771;p20"/>
            <p:cNvSpPr/>
            <p:nvPr/>
          </p:nvSpPr>
          <p:spPr>
            <a:xfrm>
              <a:off x="9428400" y="2303640"/>
              <a:ext cx="702000" cy="725040"/>
            </a:xfrm>
            <a:custGeom>
              <a:rect b="b" l="l" r="r" t="t"/>
              <a:pathLst>
                <a:path extrusionOk="0" h="2014" w="195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2" name="Google Shape;772;p20"/>
            <p:cNvSpPr/>
            <p:nvPr/>
          </p:nvSpPr>
          <p:spPr>
            <a:xfrm>
              <a:off x="9428400" y="2483280"/>
              <a:ext cx="702000" cy="545400"/>
            </a:xfrm>
            <a:custGeom>
              <a:rect b="b" l="l" r="r" t="t"/>
              <a:pathLst>
                <a:path extrusionOk="0" h="1515" w="195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73" name="Google Shape;773;p20"/>
            <p:cNvSpPr/>
            <p:nvPr/>
          </p:nvSpPr>
          <p:spPr>
            <a:xfrm>
              <a:off x="8338680" y="1193040"/>
              <a:ext cx="1150920" cy="1151280"/>
            </a:xfrm>
            <a:custGeom>
              <a:rect b="b" l="l" r="r" t="t"/>
              <a:pathLst>
                <a:path extrusionOk="0" h="3198" w="3197">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4" name="Google Shape;774;p20"/>
            <p:cNvSpPr/>
            <p:nvPr/>
          </p:nvSpPr>
          <p:spPr>
            <a:xfrm>
              <a:off x="8264880" y="1119240"/>
              <a:ext cx="1298880" cy="1298520"/>
            </a:xfrm>
            <a:custGeom>
              <a:rect b="b" l="l" r="r" t="t"/>
              <a:pathLst>
                <a:path extrusionOk="0" h="3607" w="3608">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1pPr>
            <a:lvl2pPr lvl="1"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2pPr>
            <a:lvl3pPr lvl="2"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3pPr>
            <a:lvl4pPr lvl="3"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4pPr>
            <a:lvl5pPr lvl="4"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5pPr>
            <a:lvl6pPr lvl="5"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6pPr>
            <a:lvl7pPr lvl="6"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7pPr>
            <a:lvl8pPr lvl="7"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8pPr>
            <a:lvl9pPr lvl="8" rtl="0">
              <a:spcBef>
                <a:spcPts val="0"/>
              </a:spcBef>
              <a:spcAft>
                <a:spcPts val="0"/>
              </a:spcAft>
              <a:buClr>
                <a:schemeClr val="dk1"/>
              </a:buClr>
              <a:buSzPts val="3000"/>
              <a:buFont typeface="Days One"/>
              <a:buNone/>
              <a:defRPr b="1" sz="3000">
                <a:solidFill>
                  <a:schemeClr val="dk1"/>
                </a:solidFill>
                <a:latin typeface="Days One"/>
                <a:ea typeface="Days One"/>
                <a:cs typeface="Days One"/>
                <a:sym typeface="Days On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mc:AlternateContent>
    <mc:Choice Requires="p14">
      <p:transition spd="med">
        <p14:prism dir="l"/>
      </p:transition>
    </mc:Choice>
    <mc:Fallback>
      <p:transition spd="med">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21"/>
          <p:cNvSpPr txBox="1"/>
          <p:nvPr>
            <p:ph type="ctrTitle"/>
          </p:nvPr>
        </p:nvSpPr>
        <p:spPr>
          <a:xfrm>
            <a:off x="1814850" y="1571700"/>
            <a:ext cx="5514300" cy="20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000"/>
              <a:t>Student Performance</a:t>
            </a:r>
            <a:endParaRPr sz="4000"/>
          </a:p>
        </p:txBody>
      </p:sp>
      <p:sp>
        <p:nvSpPr>
          <p:cNvPr id="780" name="Google Shape;780;p21"/>
          <p:cNvSpPr txBox="1"/>
          <p:nvPr>
            <p:ph idx="1" type="subTitle"/>
          </p:nvPr>
        </p:nvSpPr>
        <p:spPr>
          <a:xfrm>
            <a:off x="2016750" y="3633825"/>
            <a:ext cx="5143500" cy="91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By: Orianne Adams, Hanna Akhtar, Taylor Livingston, Brandon Mendoza, Davin Nguyen, Rachel Olivas, &amp; Ashley Valdivia</a:t>
            </a:r>
            <a:endParaRPr/>
          </a:p>
        </p:txBody>
      </p:sp>
      <p:grpSp>
        <p:nvGrpSpPr>
          <p:cNvPr id="781" name="Google Shape;781;p21"/>
          <p:cNvGrpSpPr/>
          <p:nvPr/>
        </p:nvGrpSpPr>
        <p:grpSpPr>
          <a:xfrm>
            <a:off x="139544" y="-233231"/>
            <a:ext cx="8897898" cy="5075960"/>
            <a:chOff x="139544" y="-233231"/>
            <a:chExt cx="8897898" cy="5075960"/>
          </a:xfrm>
        </p:grpSpPr>
        <p:grpSp>
          <p:nvGrpSpPr>
            <p:cNvPr id="782" name="Google Shape;782;p21"/>
            <p:cNvGrpSpPr/>
            <p:nvPr/>
          </p:nvGrpSpPr>
          <p:grpSpPr>
            <a:xfrm>
              <a:off x="7825041" y="2013301"/>
              <a:ext cx="1212401" cy="1240945"/>
              <a:chOff x="8264880" y="1119240"/>
              <a:chExt cx="1865520" cy="1909440"/>
            </a:xfrm>
          </p:grpSpPr>
          <p:sp>
            <p:nvSpPr>
              <p:cNvPr id="783" name="Google Shape;783;p21"/>
              <p:cNvSpPr/>
              <p:nvPr/>
            </p:nvSpPr>
            <p:spPr>
              <a:xfrm>
                <a:off x="9336240" y="2202840"/>
                <a:ext cx="190080" cy="199080"/>
              </a:xfrm>
              <a:custGeom>
                <a:rect b="b" l="l" r="r" t="t"/>
                <a:pathLst>
                  <a:path extrusionOk="0" h="553" w="528">
                    <a:moveTo>
                      <a:pt x="0" y="0"/>
                    </a:moveTo>
                    <a:lnTo>
                      <a:pt x="528" y="553"/>
                    </a:lnTo>
                    <a:lnTo>
                      <a:pt x="0" y="0"/>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4" name="Google Shape;784;p21"/>
              <p:cNvSpPr/>
              <p:nvPr/>
            </p:nvSpPr>
            <p:spPr>
              <a:xfrm>
                <a:off x="9298800" y="2167200"/>
                <a:ext cx="264960" cy="270360"/>
              </a:xfrm>
              <a:custGeom>
                <a:rect b="b" l="l" r="r" t="t"/>
                <a:pathLst>
                  <a:path extrusionOk="0" h="751" w="736">
                    <a:moveTo>
                      <a:pt x="527" y="751"/>
                    </a:moveTo>
                    <a:lnTo>
                      <a:pt x="736" y="553"/>
                    </a:lnTo>
                    <a:lnTo>
                      <a:pt x="208" y="0"/>
                    </a:lnTo>
                    <a:lnTo>
                      <a:pt x="0" y="198"/>
                    </a:lnTo>
                    <a:lnTo>
                      <a:pt x="527" y="751"/>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5" name="Google Shape;785;p21"/>
              <p:cNvSpPr/>
              <p:nvPr/>
            </p:nvSpPr>
            <p:spPr>
              <a:xfrm>
                <a:off x="9428400" y="2303640"/>
                <a:ext cx="702000" cy="725040"/>
              </a:xfrm>
              <a:custGeom>
                <a:rect b="b" l="l" r="r" t="t"/>
                <a:pathLst>
                  <a:path extrusionOk="0" h="2014" w="195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6" name="Google Shape;786;p21"/>
              <p:cNvSpPr/>
              <p:nvPr/>
            </p:nvSpPr>
            <p:spPr>
              <a:xfrm>
                <a:off x="9428400" y="2483280"/>
                <a:ext cx="702000" cy="545400"/>
              </a:xfrm>
              <a:custGeom>
                <a:rect b="b" l="l" r="r" t="t"/>
                <a:pathLst>
                  <a:path extrusionOk="0" h="1515" w="195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87" name="Google Shape;787;p21"/>
              <p:cNvSpPr/>
              <p:nvPr/>
            </p:nvSpPr>
            <p:spPr>
              <a:xfrm>
                <a:off x="8338680" y="1193040"/>
                <a:ext cx="1150920" cy="1151280"/>
              </a:xfrm>
              <a:custGeom>
                <a:rect b="b" l="l" r="r" t="t"/>
                <a:pathLst>
                  <a:path extrusionOk="0" h="3198" w="3197">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8" name="Google Shape;788;p21"/>
              <p:cNvSpPr/>
              <p:nvPr/>
            </p:nvSpPr>
            <p:spPr>
              <a:xfrm>
                <a:off x="8264880" y="1119240"/>
                <a:ext cx="1298880" cy="1298520"/>
              </a:xfrm>
              <a:custGeom>
                <a:rect b="b" l="l" r="r" t="t"/>
                <a:pathLst>
                  <a:path extrusionOk="0" h="3607" w="3608">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89" name="Google Shape;789;p21"/>
            <p:cNvGrpSpPr/>
            <p:nvPr/>
          </p:nvGrpSpPr>
          <p:grpSpPr>
            <a:xfrm rot="-899905">
              <a:off x="299513" y="3421758"/>
              <a:ext cx="795061" cy="1340934"/>
              <a:chOff x="6814440" y="1026720"/>
              <a:chExt cx="1223280" cy="2063160"/>
            </a:xfrm>
          </p:grpSpPr>
          <p:sp>
            <p:nvSpPr>
              <p:cNvPr id="790" name="Google Shape;790;p21"/>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1" name="Google Shape;791;p21"/>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92" name="Google Shape;792;p21"/>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793" name="Google Shape;793;p21"/>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4" name="Google Shape;794;p21"/>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5" name="Google Shape;795;p21"/>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6" name="Google Shape;796;p21"/>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797" name="Google Shape;797;p21"/>
            <p:cNvGrpSpPr/>
            <p:nvPr/>
          </p:nvGrpSpPr>
          <p:grpSpPr>
            <a:xfrm>
              <a:off x="3704573" y="-233231"/>
              <a:ext cx="1408745" cy="850581"/>
              <a:chOff x="3704573" y="-233231"/>
              <a:chExt cx="1408745" cy="850581"/>
            </a:xfrm>
          </p:grpSpPr>
          <p:sp>
            <p:nvSpPr>
              <p:cNvPr id="798" name="Google Shape;798;p21"/>
              <p:cNvSpPr/>
              <p:nvPr/>
            </p:nvSpPr>
            <p:spPr>
              <a:xfrm>
                <a:off x="3704573" y="-233231"/>
                <a:ext cx="834349" cy="82623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9" name="Google Shape;799;p21"/>
              <p:cNvSpPr/>
              <p:nvPr/>
            </p:nvSpPr>
            <p:spPr>
              <a:xfrm>
                <a:off x="4648285" y="156849"/>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
        <p:nvSpPr>
          <p:cNvPr id="800" name="Google Shape;800;p21"/>
          <p:cNvSpPr txBox="1"/>
          <p:nvPr/>
        </p:nvSpPr>
        <p:spPr>
          <a:xfrm>
            <a:off x="6400800" y="915775"/>
            <a:ext cx="2032200" cy="460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Days One"/>
                <a:ea typeface="Days One"/>
                <a:cs typeface="Days One"/>
                <a:sym typeface="Days One"/>
              </a:rPr>
              <a:t>High School</a:t>
            </a:r>
            <a:endParaRPr sz="2000">
              <a:solidFill>
                <a:schemeClr val="dk1"/>
              </a:solidFill>
              <a:latin typeface="Days One"/>
              <a:ea typeface="Days One"/>
              <a:cs typeface="Days One"/>
              <a:sym typeface="Days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22"/>
          <p:cNvSpPr txBox="1"/>
          <p:nvPr>
            <p:ph type="title"/>
          </p:nvPr>
        </p:nvSpPr>
        <p:spPr>
          <a:xfrm>
            <a:off x="1320400" y="2101475"/>
            <a:ext cx="3946800" cy="14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Background</a:t>
            </a:r>
            <a:endParaRPr/>
          </a:p>
        </p:txBody>
      </p:sp>
      <p:sp>
        <p:nvSpPr>
          <p:cNvPr id="806" name="Google Shape;806;p22"/>
          <p:cNvSpPr txBox="1"/>
          <p:nvPr>
            <p:ph idx="2" type="title"/>
          </p:nvPr>
        </p:nvSpPr>
        <p:spPr>
          <a:xfrm>
            <a:off x="5820275" y="1154975"/>
            <a:ext cx="1905300" cy="109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807" name="Google Shape;807;p22"/>
          <p:cNvGrpSpPr/>
          <p:nvPr/>
        </p:nvGrpSpPr>
        <p:grpSpPr>
          <a:xfrm>
            <a:off x="896410" y="1154974"/>
            <a:ext cx="8191495" cy="3912334"/>
            <a:chOff x="896410" y="1154974"/>
            <a:chExt cx="8191495" cy="3912334"/>
          </a:xfrm>
        </p:grpSpPr>
        <p:sp>
          <p:nvSpPr>
            <p:cNvPr id="808" name="Google Shape;808;p22"/>
            <p:cNvSpPr/>
            <p:nvPr/>
          </p:nvSpPr>
          <p:spPr>
            <a:xfrm rot="5400000">
              <a:off x="4917523" y="1266997"/>
              <a:ext cx="523440" cy="866160"/>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809" name="Google Shape;809;p22"/>
            <p:cNvGrpSpPr/>
            <p:nvPr/>
          </p:nvGrpSpPr>
          <p:grpSpPr>
            <a:xfrm>
              <a:off x="6869363" y="2991188"/>
              <a:ext cx="2218542" cy="2076120"/>
              <a:chOff x="8037720" y="3846600"/>
              <a:chExt cx="1923480" cy="1800000"/>
            </a:xfrm>
          </p:grpSpPr>
          <p:sp>
            <p:nvSpPr>
              <p:cNvPr id="810" name="Google Shape;810;p22"/>
              <p:cNvSpPr/>
              <p:nvPr/>
            </p:nvSpPr>
            <p:spPr>
              <a:xfrm>
                <a:off x="8037720" y="4034160"/>
                <a:ext cx="1923480" cy="1612440"/>
              </a:xfrm>
              <a:custGeom>
                <a:rect b="b" l="l" r="r" t="t"/>
                <a:pathLst>
                  <a:path extrusionOk="0" h="4479" w="5343">
                    <a:moveTo>
                      <a:pt x="5343" y="4479"/>
                    </a:moveTo>
                    <a:lnTo>
                      <a:pt x="0" y="4479"/>
                    </a:lnTo>
                    <a:lnTo>
                      <a:pt x="0" y="0"/>
                    </a:lnTo>
                    <a:lnTo>
                      <a:pt x="5343" y="0"/>
                    </a:lnTo>
                    <a:lnTo>
                      <a:pt x="5343" y="4479"/>
                    </a:lnTo>
                    <a:close/>
                  </a:path>
                </a:pathLst>
              </a:custGeom>
              <a:solidFill>
                <a:schemeClr val="accent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1" name="Google Shape;811;p22"/>
              <p:cNvSpPr/>
              <p:nvPr/>
            </p:nvSpPr>
            <p:spPr>
              <a:xfrm>
                <a:off x="834408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2" name="Google Shape;812;p22"/>
              <p:cNvSpPr/>
              <p:nvPr/>
            </p:nvSpPr>
            <p:spPr>
              <a:xfrm>
                <a:off x="817488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3" name="Google Shape;813;p22"/>
              <p:cNvSpPr/>
              <p:nvPr/>
            </p:nvSpPr>
            <p:spPr>
              <a:xfrm>
                <a:off x="954972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4" name="Google Shape;814;p22"/>
              <p:cNvSpPr/>
              <p:nvPr/>
            </p:nvSpPr>
            <p:spPr>
              <a:xfrm>
                <a:off x="938052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5" name="Google Shape;815;p22"/>
              <p:cNvSpPr/>
              <p:nvPr/>
            </p:nvSpPr>
            <p:spPr>
              <a:xfrm>
                <a:off x="8037720" y="3846600"/>
                <a:ext cx="1923480" cy="187560"/>
              </a:xfrm>
              <a:custGeom>
                <a:rect b="b" l="l" r="r" t="t"/>
                <a:pathLst>
                  <a:path extrusionOk="0" h="521" w="5343">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6" name="Google Shape;816;p22"/>
              <p:cNvSpPr/>
              <p:nvPr/>
            </p:nvSpPr>
            <p:spPr>
              <a:xfrm>
                <a:off x="8120520" y="3897360"/>
                <a:ext cx="86040" cy="86040"/>
              </a:xfrm>
              <a:custGeom>
                <a:rect b="b" l="l" r="r" t="t"/>
                <a:pathLst>
                  <a:path extrusionOk="0" h="239" w="239">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7" name="Google Shape;817;p22"/>
              <p:cNvSpPr/>
              <p:nvPr/>
            </p:nvSpPr>
            <p:spPr>
              <a:xfrm>
                <a:off x="8253720" y="3897360"/>
                <a:ext cx="86040" cy="86040"/>
              </a:xfrm>
              <a:custGeom>
                <a:rect b="b" l="l" r="r" t="t"/>
                <a:pathLst>
                  <a:path extrusionOk="0" h="239" w="239">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8" name="Google Shape;818;p22"/>
              <p:cNvSpPr/>
              <p:nvPr/>
            </p:nvSpPr>
            <p:spPr>
              <a:xfrm>
                <a:off x="8386920" y="3897360"/>
                <a:ext cx="86040" cy="86040"/>
              </a:xfrm>
              <a:custGeom>
                <a:rect b="b" l="l" r="r" t="t"/>
                <a:pathLst>
                  <a:path extrusionOk="0" h="239" w="239">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9" name="Google Shape;819;p22"/>
              <p:cNvSpPr/>
              <p:nvPr/>
            </p:nvSpPr>
            <p:spPr>
              <a:xfrm>
                <a:off x="8379000" y="4149720"/>
                <a:ext cx="1240920" cy="1241280"/>
              </a:xfrm>
              <a:custGeom>
                <a:rect b="b" l="l" r="r" t="t"/>
                <a:pathLst>
                  <a:path extrusionOk="0" h="3448" w="3447">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0" name="Google Shape;820;p22"/>
              <p:cNvSpPr/>
              <p:nvPr/>
            </p:nvSpPr>
            <p:spPr>
              <a:xfrm>
                <a:off x="8590320" y="4363200"/>
                <a:ext cx="795240" cy="795600"/>
              </a:xfrm>
              <a:custGeom>
                <a:rect b="b" l="l" r="r" t="t"/>
                <a:pathLst>
                  <a:path extrusionOk="0" h="2210" w="2209">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1" name="Google Shape;821;p22"/>
              <p:cNvSpPr/>
              <p:nvPr/>
            </p:nvSpPr>
            <p:spPr>
              <a:xfrm>
                <a:off x="8526600" y="4341240"/>
                <a:ext cx="392040" cy="370080"/>
              </a:xfrm>
              <a:custGeom>
                <a:rect b="b" l="l" r="r" t="t"/>
                <a:pathLst>
                  <a:path extrusionOk="0" h="1028" w="1089">
                    <a:moveTo>
                      <a:pt x="0" y="845"/>
                    </a:moveTo>
                    <a:cubicBezTo>
                      <a:pt x="64" y="458"/>
                      <a:pt x="329" y="140"/>
                      <a:pt x="683" y="0"/>
                    </a:cubicBezTo>
                    <a:lnTo>
                      <a:pt x="1089" y="1028"/>
                    </a:lnTo>
                    <a:lnTo>
                      <a:pt x="0" y="845"/>
                    </a:ln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822" name="Google Shape;822;p22"/>
            <p:cNvSpPr/>
            <p:nvPr/>
          </p:nvSpPr>
          <p:spPr>
            <a:xfrm>
              <a:off x="896410" y="1154974"/>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805"/>
                                        </p:tgtEl>
                                        <p:attrNameLst>
                                          <p:attrName>style.visibility</p:attrName>
                                        </p:attrNameLst>
                                      </p:cBhvr>
                                      <p:to>
                                        <p:strVal val="visible"/>
                                      </p:to>
                                    </p:set>
                                    <p:anim calcmode="lin" valueType="num">
                                      <p:cBhvr additive="base">
                                        <p:cTn dur="1000"/>
                                        <p:tgtEl>
                                          <p:spTgt spid="805"/>
                                        </p:tgtEl>
                                        <p:attrNameLst>
                                          <p:attrName>ppt_w</p:attrName>
                                        </p:attrNameLst>
                                      </p:cBhvr>
                                      <p:tavLst>
                                        <p:tav fmla="" tm="0">
                                          <p:val>
                                            <p:strVal val="0"/>
                                          </p:val>
                                        </p:tav>
                                        <p:tav fmla="" tm="100000">
                                          <p:val>
                                            <p:strVal val="#ppt_w"/>
                                          </p:val>
                                        </p:tav>
                                      </p:tavLst>
                                    </p:anim>
                                    <p:anim calcmode="lin" valueType="num">
                                      <p:cBhvr additive="base">
                                        <p:cTn dur="1000"/>
                                        <p:tgtEl>
                                          <p:spTgt spid="80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23"/>
          <p:cNvSpPr txBox="1"/>
          <p:nvPr>
            <p:ph idx="1" type="subTitle"/>
          </p:nvPr>
        </p:nvSpPr>
        <p:spPr>
          <a:xfrm>
            <a:off x="896400" y="1611275"/>
            <a:ext cx="3550800" cy="2635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Student achievement of two Portuguese schools</a:t>
            </a:r>
            <a:endParaRPr/>
          </a:p>
          <a:p>
            <a:pPr indent="-317500" lvl="0" marL="457200" rtl="0" algn="l">
              <a:spcBef>
                <a:spcPts val="0"/>
              </a:spcBef>
              <a:spcAft>
                <a:spcPts val="0"/>
              </a:spcAft>
              <a:buSzPts val="1400"/>
              <a:buChar char="●"/>
            </a:pPr>
            <a:r>
              <a:rPr lang="en"/>
              <a:t>Attributes: </a:t>
            </a:r>
            <a:endParaRPr/>
          </a:p>
          <a:p>
            <a:pPr indent="-317500" lvl="1" marL="914400" rtl="0" algn="l">
              <a:spcBef>
                <a:spcPts val="0"/>
              </a:spcBef>
              <a:spcAft>
                <a:spcPts val="0"/>
              </a:spcAft>
              <a:buSzPts val="1400"/>
              <a:buChar char="○"/>
            </a:pPr>
            <a:r>
              <a:rPr lang="en"/>
              <a:t>Students grades</a:t>
            </a:r>
            <a:endParaRPr/>
          </a:p>
          <a:p>
            <a:pPr indent="-317500" lvl="1" marL="914400" rtl="0" algn="l">
              <a:spcBef>
                <a:spcPts val="0"/>
              </a:spcBef>
              <a:spcAft>
                <a:spcPts val="0"/>
              </a:spcAft>
              <a:buSzPts val="1400"/>
              <a:buChar char="○"/>
            </a:pPr>
            <a:r>
              <a:rPr lang="en"/>
              <a:t>Demographic</a:t>
            </a:r>
            <a:endParaRPr/>
          </a:p>
          <a:p>
            <a:pPr indent="-317500" lvl="1" marL="914400" rtl="0" algn="l">
              <a:spcBef>
                <a:spcPts val="0"/>
              </a:spcBef>
              <a:spcAft>
                <a:spcPts val="0"/>
              </a:spcAft>
              <a:buSzPts val="1400"/>
              <a:buChar char="○"/>
            </a:pPr>
            <a:r>
              <a:rPr lang="en"/>
              <a:t>Social and school related features</a:t>
            </a:r>
            <a:endParaRPr/>
          </a:p>
          <a:p>
            <a:pPr indent="-317500" lvl="0" marL="457200" rtl="0" algn="l">
              <a:spcBef>
                <a:spcPts val="0"/>
              </a:spcBef>
              <a:spcAft>
                <a:spcPts val="0"/>
              </a:spcAft>
              <a:buSzPts val="1400"/>
              <a:buChar char="●"/>
            </a:pPr>
            <a:r>
              <a:rPr lang="en"/>
              <a:t>Collected by school reports and questionnaires</a:t>
            </a:r>
            <a:endParaRPr/>
          </a:p>
          <a:p>
            <a:pPr indent="-317500" lvl="0" marL="457200" rtl="0" algn="l">
              <a:spcBef>
                <a:spcPts val="0"/>
              </a:spcBef>
              <a:spcAft>
                <a:spcPts val="0"/>
              </a:spcAft>
              <a:buSzPts val="1400"/>
              <a:buChar char="●"/>
            </a:pPr>
            <a:r>
              <a:rPr lang="en"/>
              <a:t>2 subjects: Mathematics &amp; Language</a:t>
            </a:r>
            <a:endParaRPr/>
          </a:p>
          <a:p>
            <a:pPr indent="-317500" lvl="1" marL="914400" rtl="0" algn="l">
              <a:spcBef>
                <a:spcPts val="0"/>
              </a:spcBef>
              <a:spcAft>
                <a:spcPts val="0"/>
              </a:spcAft>
              <a:buSzPts val="1400"/>
              <a:buChar char="○"/>
            </a:pPr>
            <a:r>
              <a:rPr lang="en"/>
              <a:t>For this project: we utilized the Language data set</a:t>
            </a:r>
            <a:endParaRPr/>
          </a:p>
          <a:p>
            <a:pPr indent="-317500" lvl="0" marL="457200" rtl="0" algn="l">
              <a:spcBef>
                <a:spcPts val="0"/>
              </a:spcBef>
              <a:spcAft>
                <a:spcPts val="0"/>
              </a:spcAft>
              <a:buSzPts val="1400"/>
              <a:buChar char="●"/>
            </a:pPr>
            <a:r>
              <a:rPr lang="en"/>
              <a:t>No missing values</a:t>
            </a:r>
            <a:endParaRPr/>
          </a:p>
        </p:txBody>
      </p:sp>
      <p:sp>
        <p:nvSpPr>
          <p:cNvPr id="828" name="Google Shape;828;p23"/>
          <p:cNvSpPr txBox="1"/>
          <p:nvPr>
            <p:ph type="title"/>
          </p:nvPr>
        </p:nvSpPr>
        <p:spPr>
          <a:xfrm>
            <a:off x="896400" y="71970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a:t>
            </a:r>
            <a:endParaRPr/>
          </a:p>
        </p:txBody>
      </p:sp>
      <p:sp>
        <p:nvSpPr>
          <p:cNvPr id="829" name="Google Shape;829;p23"/>
          <p:cNvSpPr txBox="1"/>
          <p:nvPr>
            <p:ph idx="2" type="subTitle"/>
          </p:nvPr>
        </p:nvSpPr>
        <p:spPr>
          <a:xfrm>
            <a:off x="4650950" y="1669575"/>
            <a:ext cx="3550800" cy="2635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1300"/>
              <a:t> </a:t>
            </a:r>
            <a:endParaRPr sz="1300"/>
          </a:p>
        </p:txBody>
      </p:sp>
      <p:grpSp>
        <p:nvGrpSpPr>
          <p:cNvPr id="830" name="Google Shape;830;p23"/>
          <p:cNvGrpSpPr/>
          <p:nvPr/>
        </p:nvGrpSpPr>
        <p:grpSpPr>
          <a:xfrm>
            <a:off x="225053" y="606381"/>
            <a:ext cx="9024608" cy="1013340"/>
            <a:chOff x="247978" y="902744"/>
            <a:chExt cx="9024608" cy="1013340"/>
          </a:xfrm>
        </p:grpSpPr>
        <p:grpSp>
          <p:nvGrpSpPr>
            <p:cNvPr id="831" name="Google Shape;831;p23"/>
            <p:cNvGrpSpPr/>
            <p:nvPr/>
          </p:nvGrpSpPr>
          <p:grpSpPr>
            <a:xfrm>
              <a:off x="8282554" y="902744"/>
              <a:ext cx="990031" cy="1013340"/>
              <a:chOff x="8264880" y="1119240"/>
              <a:chExt cx="1865520" cy="1909440"/>
            </a:xfrm>
          </p:grpSpPr>
          <p:sp>
            <p:nvSpPr>
              <p:cNvPr id="832" name="Google Shape;832;p23"/>
              <p:cNvSpPr/>
              <p:nvPr/>
            </p:nvSpPr>
            <p:spPr>
              <a:xfrm>
                <a:off x="9336240" y="2202840"/>
                <a:ext cx="190080" cy="199080"/>
              </a:xfrm>
              <a:custGeom>
                <a:rect b="b" l="l" r="r" t="t"/>
                <a:pathLst>
                  <a:path extrusionOk="0" h="553" w="528">
                    <a:moveTo>
                      <a:pt x="0" y="0"/>
                    </a:moveTo>
                    <a:lnTo>
                      <a:pt x="528" y="553"/>
                    </a:lnTo>
                    <a:lnTo>
                      <a:pt x="0" y="0"/>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3" name="Google Shape;833;p23"/>
              <p:cNvSpPr/>
              <p:nvPr/>
            </p:nvSpPr>
            <p:spPr>
              <a:xfrm>
                <a:off x="9298800" y="2167200"/>
                <a:ext cx="264960" cy="270360"/>
              </a:xfrm>
              <a:custGeom>
                <a:rect b="b" l="l" r="r" t="t"/>
                <a:pathLst>
                  <a:path extrusionOk="0" h="751" w="736">
                    <a:moveTo>
                      <a:pt x="527" y="751"/>
                    </a:moveTo>
                    <a:lnTo>
                      <a:pt x="736" y="553"/>
                    </a:lnTo>
                    <a:lnTo>
                      <a:pt x="208" y="0"/>
                    </a:lnTo>
                    <a:lnTo>
                      <a:pt x="0" y="198"/>
                    </a:lnTo>
                    <a:lnTo>
                      <a:pt x="527" y="751"/>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4" name="Google Shape;834;p23"/>
              <p:cNvSpPr/>
              <p:nvPr/>
            </p:nvSpPr>
            <p:spPr>
              <a:xfrm>
                <a:off x="9428400" y="2303640"/>
                <a:ext cx="702000" cy="725040"/>
              </a:xfrm>
              <a:custGeom>
                <a:rect b="b" l="l" r="r" t="t"/>
                <a:pathLst>
                  <a:path extrusionOk="0" h="2014" w="195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5" name="Google Shape;835;p23"/>
              <p:cNvSpPr/>
              <p:nvPr/>
            </p:nvSpPr>
            <p:spPr>
              <a:xfrm>
                <a:off x="9428400" y="2483280"/>
                <a:ext cx="702000" cy="545400"/>
              </a:xfrm>
              <a:custGeom>
                <a:rect b="b" l="l" r="r" t="t"/>
                <a:pathLst>
                  <a:path extrusionOk="0" h="1515" w="195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36" name="Google Shape;836;p23"/>
              <p:cNvSpPr/>
              <p:nvPr/>
            </p:nvSpPr>
            <p:spPr>
              <a:xfrm>
                <a:off x="8338680" y="1193040"/>
                <a:ext cx="1150920" cy="1151280"/>
              </a:xfrm>
              <a:custGeom>
                <a:rect b="b" l="l" r="r" t="t"/>
                <a:pathLst>
                  <a:path extrusionOk="0" h="3198" w="3197">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7" name="Google Shape;837;p23"/>
              <p:cNvSpPr/>
              <p:nvPr/>
            </p:nvSpPr>
            <p:spPr>
              <a:xfrm>
                <a:off x="8264880" y="1119240"/>
                <a:ext cx="1298880" cy="1298520"/>
              </a:xfrm>
              <a:custGeom>
                <a:rect b="b" l="l" r="r" t="t"/>
                <a:pathLst>
                  <a:path extrusionOk="0" h="3607" w="3608">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838" name="Google Shape;838;p23"/>
            <p:cNvSpPr/>
            <p:nvPr/>
          </p:nvSpPr>
          <p:spPr>
            <a:xfrm rot="5400000">
              <a:off x="369489" y="920615"/>
              <a:ext cx="371152" cy="614174"/>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839" name="Google Shape;839;p23"/>
          <p:cNvSpPr txBox="1"/>
          <p:nvPr/>
        </p:nvSpPr>
        <p:spPr>
          <a:xfrm>
            <a:off x="1126375" y="1288575"/>
            <a:ext cx="2965500" cy="37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Lato"/>
                <a:ea typeface="Lato"/>
                <a:cs typeface="Lato"/>
                <a:sym typeface="Lato"/>
              </a:rPr>
              <a:t>DATA CONTENT &amp; STRUCTURE</a:t>
            </a:r>
            <a:endParaRPr b="1">
              <a:solidFill>
                <a:schemeClr val="dk1"/>
              </a:solidFill>
              <a:latin typeface="Lato"/>
              <a:ea typeface="Lato"/>
              <a:cs typeface="Lato"/>
              <a:sym typeface="Lato"/>
            </a:endParaRPr>
          </a:p>
        </p:txBody>
      </p:sp>
      <p:pic>
        <p:nvPicPr>
          <p:cNvPr id="840" name="Google Shape;840;p23"/>
          <p:cNvPicPr preferRelativeResize="0"/>
          <p:nvPr/>
        </p:nvPicPr>
        <p:blipFill>
          <a:blip r:embed="rId3">
            <a:alphaModFix/>
          </a:blip>
          <a:stretch>
            <a:fillRect/>
          </a:stretch>
        </p:blipFill>
        <p:spPr>
          <a:xfrm>
            <a:off x="4857925" y="1328224"/>
            <a:ext cx="1834249" cy="2002276"/>
          </a:xfrm>
          <a:prstGeom prst="rect">
            <a:avLst/>
          </a:prstGeom>
          <a:noFill/>
          <a:ln cap="flat" cmpd="sng" w="9525">
            <a:solidFill>
              <a:schemeClr val="dk2"/>
            </a:solidFill>
            <a:prstDash val="solid"/>
            <a:round/>
            <a:headEnd len="sm" w="sm" type="none"/>
            <a:tailEnd len="sm" w="sm" type="none"/>
          </a:ln>
        </p:spPr>
      </p:pic>
      <p:pic>
        <p:nvPicPr>
          <p:cNvPr id="841" name="Google Shape;841;p23"/>
          <p:cNvPicPr preferRelativeResize="0"/>
          <p:nvPr/>
        </p:nvPicPr>
        <p:blipFill>
          <a:blip r:embed="rId4">
            <a:alphaModFix/>
          </a:blip>
          <a:stretch>
            <a:fillRect/>
          </a:stretch>
        </p:blipFill>
        <p:spPr>
          <a:xfrm>
            <a:off x="6768575" y="1621325"/>
            <a:ext cx="1778800" cy="1543799"/>
          </a:xfrm>
          <a:prstGeom prst="rect">
            <a:avLst/>
          </a:prstGeom>
          <a:noFill/>
          <a:ln cap="flat" cmpd="sng" w="9525">
            <a:solidFill>
              <a:schemeClr val="dk2"/>
            </a:solidFill>
            <a:prstDash val="solid"/>
            <a:round/>
            <a:headEnd len="sm" w="sm" type="none"/>
            <a:tailEnd len="sm" w="sm" type="none"/>
          </a:ln>
        </p:spPr>
      </p:pic>
      <p:pic>
        <p:nvPicPr>
          <p:cNvPr id="842" name="Google Shape;842;p23"/>
          <p:cNvPicPr preferRelativeResize="0"/>
          <p:nvPr/>
        </p:nvPicPr>
        <p:blipFill>
          <a:blip r:embed="rId5">
            <a:alphaModFix/>
          </a:blip>
          <a:stretch>
            <a:fillRect/>
          </a:stretch>
        </p:blipFill>
        <p:spPr>
          <a:xfrm>
            <a:off x="4964200" y="3622251"/>
            <a:ext cx="3466575" cy="929625"/>
          </a:xfrm>
          <a:prstGeom prst="rect">
            <a:avLst/>
          </a:prstGeom>
          <a:noFill/>
          <a:ln cap="flat" cmpd="sng" w="9525">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840"/>
                                        </p:tgtEl>
                                        <p:attrNameLst>
                                          <p:attrName>style.visibility</p:attrName>
                                        </p:attrNameLst>
                                      </p:cBhvr>
                                      <p:to>
                                        <p:strVal val="visible"/>
                                      </p:to>
                                    </p:set>
                                    <p:anim calcmode="lin" valueType="num">
                                      <p:cBhvr additive="base">
                                        <p:cTn dur="1000"/>
                                        <p:tgtEl>
                                          <p:spTgt spid="840"/>
                                        </p:tgtEl>
                                        <p:attrNameLst>
                                          <p:attrName>ppt_w</p:attrName>
                                        </p:attrNameLst>
                                      </p:cBhvr>
                                      <p:tavLst>
                                        <p:tav fmla="" tm="0">
                                          <p:val>
                                            <p:strVal val="0"/>
                                          </p:val>
                                        </p:tav>
                                        <p:tav fmla="" tm="100000">
                                          <p:val>
                                            <p:strVal val="#ppt_w"/>
                                          </p:val>
                                        </p:tav>
                                      </p:tavLst>
                                    </p:anim>
                                    <p:anim calcmode="lin" valueType="num">
                                      <p:cBhvr additive="base">
                                        <p:cTn dur="1000"/>
                                        <p:tgtEl>
                                          <p:spTgt spid="84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41"/>
                                        </p:tgtEl>
                                        <p:attrNameLst>
                                          <p:attrName>style.visibility</p:attrName>
                                        </p:attrNameLst>
                                      </p:cBhvr>
                                      <p:to>
                                        <p:strVal val="visible"/>
                                      </p:to>
                                    </p:set>
                                    <p:anim calcmode="lin" valueType="num">
                                      <p:cBhvr additive="base">
                                        <p:cTn dur="1000"/>
                                        <p:tgtEl>
                                          <p:spTgt spid="841"/>
                                        </p:tgtEl>
                                        <p:attrNameLst>
                                          <p:attrName>ppt_w</p:attrName>
                                        </p:attrNameLst>
                                      </p:cBhvr>
                                      <p:tavLst>
                                        <p:tav fmla="" tm="0">
                                          <p:val>
                                            <p:strVal val="0"/>
                                          </p:val>
                                        </p:tav>
                                        <p:tav fmla="" tm="100000">
                                          <p:val>
                                            <p:strVal val="#ppt_w"/>
                                          </p:val>
                                        </p:tav>
                                      </p:tavLst>
                                    </p:anim>
                                    <p:anim calcmode="lin" valueType="num">
                                      <p:cBhvr additive="base">
                                        <p:cTn dur="1000"/>
                                        <p:tgtEl>
                                          <p:spTgt spid="84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42"/>
                                        </p:tgtEl>
                                        <p:attrNameLst>
                                          <p:attrName>style.visibility</p:attrName>
                                        </p:attrNameLst>
                                      </p:cBhvr>
                                      <p:to>
                                        <p:strVal val="visible"/>
                                      </p:to>
                                    </p:set>
                                    <p:anim calcmode="lin" valueType="num">
                                      <p:cBhvr additive="base">
                                        <p:cTn dur="1000"/>
                                        <p:tgtEl>
                                          <p:spTgt spid="842"/>
                                        </p:tgtEl>
                                        <p:attrNameLst>
                                          <p:attrName>ppt_w</p:attrName>
                                        </p:attrNameLst>
                                      </p:cBhvr>
                                      <p:tavLst>
                                        <p:tav fmla="" tm="0">
                                          <p:val>
                                            <p:strVal val="0"/>
                                          </p:val>
                                        </p:tav>
                                        <p:tav fmla="" tm="100000">
                                          <p:val>
                                            <p:strVal val="#ppt_w"/>
                                          </p:val>
                                        </p:tav>
                                      </p:tavLst>
                                    </p:anim>
                                    <p:anim calcmode="lin" valueType="num">
                                      <p:cBhvr additive="base">
                                        <p:cTn dur="1000"/>
                                        <p:tgtEl>
                                          <p:spTgt spid="84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24"/>
          <p:cNvSpPr txBox="1"/>
          <p:nvPr>
            <p:ph idx="2" type="subTitle"/>
          </p:nvPr>
        </p:nvSpPr>
        <p:spPr>
          <a:xfrm>
            <a:off x="1048650" y="1682950"/>
            <a:ext cx="7046700" cy="282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u="sng"/>
              <a:t>LITERATURE REVIEW</a:t>
            </a:r>
            <a:r>
              <a:rPr lang="en" u="sng"/>
              <a:t>:</a:t>
            </a:r>
            <a:endParaRPr u="sng"/>
          </a:p>
          <a:p>
            <a:pPr indent="-317500" lvl="0" marL="457200" rtl="0" algn="l">
              <a:spcBef>
                <a:spcPts val="0"/>
              </a:spcBef>
              <a:spcAft>
                <a:spcPts val="0"/>
              </a:spcAft>
              <a:buSzPts val="1400"/>
              <a:buChar char="●"/>
            </a:pPr>
            <a:r>
              <a:rPr lang="en"/>
              <a:t>Source:</a:t>
            </a:r>
            <a:r>
              <a:rPr lang="en" sz="1200"/>
              <a:t> </a:t>
            </a:r>
            <a:r>
              <a:rPr lang="en" sz="1200">
                <a:solidFill>
                  <a:srgbClr val="2E414F"/>
                </a:solidFill>
                <a:highlight>
                  <a:srgbClr val="FFFFFF"/>
                </a:highlight>
              </a:rPr>
              <a:t>Cortez, P., &amp; Silva, A.M. (2008). Using data mining to predict secondary school student performance.</a:t>
            </a:r>
            <a:endParaRPr sz="1200"/>
          </a:p>
          <a:p>
            <a:pPr indent="-317500" lvl="1" marL="914400" rtl="0" algn="l">
              <a:lnSpc>
                <a:spcPct val="115000"/>
              </a:lnSpc>
              <a:spcBef>
                <a:spcPts val="0"/>
              </a:spcBef>
              <a:spcAft>
                <a:spcPts val="0"/>
              </a:spcAft>
              <a:buSzPts val="1400"/>
              <a:buChar char="○"/>
            </a:pPr>
            <a:r>
              <a:rPr lang="en"/>
              <a:t>Study uses data mining (DM) to predict academic success in Portuguese secondary schools</a:t>
            </a:r>
            <a:endParaRPr/>
          </a:p>
          <a:p>
            <a:pPr indent="-317500" lvl="1" marL="914400" rtl="0" algn="l">
              <a:lnSpc>
                <a:spcPct val="115000"/>
              </a:lnSpc>
              <a:spcBef>
                <a:spcPts val="0"/>
              </a:spcBef>
              <a:spcAft>
                <a:spcPts val="0"/>
              </a:spcAft>
              <a:buSzPts val="1400"/>
              <a:buChar char="○"/>
            </a:pPr>
            <a:r>
              <a:rPr lang="en"/>
              <a:t>Data from 2 schools: grades, demographics, social &amp; behavioral factors</a:t>
            </a:r>
            <a:endParaRPr/>
          </a:p>
          <a:p>
            <a:pPr indent="-317500" lvl="1" marL="914400" rtl="0" algn="l">
              <a:lnSpc>
                <a:spcPct val="115000"/>
              </a:lnSpc>
              <a:spcBef>
                <a:spcPts val="0"/>
              </a:spcBef>
              <a:spcAft>
                <a:spcPts val="0"/>
              </a:spcAft>
              <a:buSzPts val="1400"/>
              <a:buChar char="○"/>
            </a:pPr>
            <a:r>
              <a:rPr lang="en"/>
              <a:t>Models used: Decision Trees</a:t>
            </a:r>
            <a:endParaRPr/>
          </a:p>
          <a:p>
            <a:pPr indent="-317500" lvl="1" marL="914400" rtl="0" algn="l">
              <a:lnSpc>
                <a:spcPct val="115000"/>
              </a:lnSpc>
              <a:spcBef>
                <a:spcPts val="0"/>
              </a:spcBef>
              <a:spcAft>
                <a:spcPts val="0"/>
              </a:spcAft>
              <a:buSzPts val="1400"/>
              <a:buChar char="○"/>
            </a:pPr>
            <a:r>
              <a:rPr lang="en"/>
              <a:t>Predictive tasks: pass/fail, 5-level grades, and numeric regression</a:t>
            </a:r>
            <a:endParaRPr/>
          </a:p>
          <a:p>
            <a:pPr indent="-317500" lvl="1" marL="914400" rtl="0" algn="l">
              <a:lnSpc>
                <a:spcPct val="115000"/>
              </a:lnSpc>
              <a:spcBef>
                <a:spcPts val="0"/>
              </a:spcBef>
              <a:spcAft>
                <a:spcPts val="0"/>
              </a:spcAft>
              <a:buSzPts val="1400"/>
              <a:buChar char="○"/>
            </a:pPr>
            <a:r>
              <a:rPr lang="en"/>
              <a:t>Early grades (G1 &amp; G2) are the strongest predictors</a:t>
            </a:r>
            <a:endParaRPr/>
          </a:p>
          <a:p>
            <a:pPr indent="-317500" lvl="1" marL="914400" rtl="0" algn="l">
              <a:lnSpc>
                <a:spcPct val="115000"/>
              </a:lnSpc>
              <a:spcBef>
                <a:spcPts val="0"/>
              </a:spcBef>
              <a:spcAft>
                <a:spcPts val="0"/>
              </a:spcAft>
              <a:buSzPts val="1400"/>
              <a:buChar char="○"/>
            </a:pPr>
            <a:r>
              <a:rPr lang="en"/>
              <a:t>Social factors (e.g., alcohol use, parental education) still provided insights</a:t>
            </a:r>
            <a:endParaRPr/>
          </a:p>
          <a:p>
            <a:pPr indent="0" lvl="0" marL="914400" rtl="0" algn="l">
              <a:lnSpc>
                <a:spcPct val="100000"/>
              </a:lnSpc>
              <a:spcBef>
                <a:spcPts val="0"/>
              </a:spcBef>
              <a:spcAft>
                <a:spcPts val="0"/>
              </a:spcAft>
              <a:buNone/>
            </a:pPr>
            <a:r>
              <a:t/>
            </a:r>
            <a:endParaRPr/>
          </a:p>
        </p:txBody>
      </p:sp>
      <p:sp>
        <p:nvSpPr>
          <p:cNvPr id="848" name="Google Shape;848;p24"/>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a:t>
            </a:r>
            <a:endParaRPr/>
          </a:p>
        </p:txBody>
      </p:sp>
      <p:grpSp>
        <p:nvGrpSpPr>
          <p:cNvPr id="849" name="Google Shape;849;p24"/>
          <p:cNvGrpSpPr/>
          <p:nvPr/>
        </p:nvGrpSpPr>
        <p:grpSpPr>
          <a:xfrm rot="-853">
            <a:off x="7519477" y="883368"/>
            <a:ext cx="493104" cy="688683"/>
            <a:chOff x="6814440" y="1026720"/>
            <a:chExt cx="1223280" cy="2063160"/>
          </a:xfrm>
        </p:grpSpPr>
        <p:sp>
          <p:nvSpPr>
            <p:cNvPr id="850" name="Google Shape;850;p24"/>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1" name="Google Shape;851;p24"/>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52" name="Google Shape;852;p24"/>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53" name="Google Shape;853;p24"/>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4" name="Google Shape;854;p24"/>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5" name="Google Shape;855;p24"/>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6" name="Google Shape;856;p24"/>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857" name="Google Shape;857;p24"/>
          <p:cNvGrpSpPr/>
          <p:nvPr/>
        </p:nvGrpSpPr>
        <p:grpSpPr>
          <a:xfrm rot="-768601">
            <a:off x="828078" y="1388574"/>
            <a:ext cx="449769" cy="618720"/>
            <a:chOff x="1045080" y="4154760"/>
            <a:chExt cx="275400" cy="371160"/>
          </a:xfrm>
        </p:grpSpPr>
        <p:sp>
          <p:nvSpPr>
            <p:cNvPr id="858" name="Google Shape;858;p24"/>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9" name="Google Shape;859;p24"/>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0" name="Google Shape;860;p24"/>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1" name="Google Shape;861;p24"/>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2" name="Google Shape;862;p24"/>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3" name="Google Shape;863;p24"/>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4" name="Google Shape;864;p24"/>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5" name="Google Shape;865;p24"/>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6" name="Google Shape;866;p24"/>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7" name="Google Shape;867;p24"/>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8" name="Google Shape;868;p24"/>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69" name="Google Shape;869;p24"/>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25"/>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a:t>
            </a:r>
            <a:endParaRPr/>
          </a:p>
        </p:txBody>
      </p:sp>
      <p:grpSp>
        <p:nvGrpSpPr>
          <p:cNvPr id="875" name="Google Shape;875;p25"/>
          <p:cNvGrpSpPr/>
          <p:nvPr/>
        </p:nvGrpSpPr>
        <p:grpSpPr>
          <a:xfrm rot="-853">
            <a:off x="7519477" y="883368"/>
            <a:ext cx="493104" cy="688683"/>
            <a:chOff x="6814440" y="1026720"/>
            <a:chExt cx="1223280" cy="2063160"/>
          </a:xfrm>
        </p:grpSpPr>
        <p:sp>
          <p:nvSpPr>
            <p:cNvPr id="876" name="Google Shape;876;p25"/>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7" name="Google Shape;877;p25"/>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8" name="Google Shape;878;p25"/>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79" name="Google Shape;879;p25"/>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0" name="Google Shape;880;p25"/>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1" name="Google Shape;881;p25"/>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2" name="Google Shape;882;p25"/>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883" name="Google Shape;883;p25"/>
          <p:cNvGrpSpPr/>
          <p:nvPr/>
        </p:nvGrpSpPr>
        <p:grpSpPr>
          <a:xfrm rot="-768601">
            <a:off x="776228" y="1240774"/>
            <a:ext cx="449769" cy="618720"/>
            <a:chOff x="1045080" y="4154760"/>
            <a:chExt cx="275400" cy="371160"/>
          </a:xfrm>
        </p:grpSpPr>
        <p:sp>
          <p:nvSpPr>
            <p:cNvPr id="884" name="Google Shape;884;p25"/>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5" name="Google Shape;885;p25"/>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6" name="Google Shape;886;p25"/>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7" name="Google Shape;887;p25"/>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8" name="Google Shape;888;p25"/>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9" name="Google Shape;889;p25"/>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0" name="Google Shape;890;p25"/>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1" name="Google Shape;891;p25"/>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2" name="Google Shape;892;p25"/>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3" name="Google Shape;893;p25"/>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4" name="Google Shape;894;p25"/>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5" name="Google Shape;895;p25"/>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896" name="Google Shape;896;p25"/>
          <p:cNvSpPr txBox="1"/>
          <p:nvPr>
            <p:ph idx="2" type="subTitle"/>
          </p:nvPr>
        </p:nvSpPr>
        <p:spPr>
          <a:xfrm>
            <a:off x="1049000" y="1625475"/>
            <a:ext cx="7046700" cy="282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u="sng"/>
              <a:t>LITERATURE REVIEW</a:t>
            </a:r>
            <a:r>
              <a:rPr lang="en" u="sng"/>
              <a:t>:</a:t>
            </a:r>
            <a:endParaRPr u="sng"/>
          </a:p>
          <a:p>
            <a:pPr indent="-317500" lvl="0" marL="457200" rtl="0" algn="l">
              <a:spcBef>
                <a:spcPts val="0"/>
              </a:spcBef>
              <a:spcAft>
                <a:spcPts val="0"/>
              </a:spcAft>
              <a:buSzPts val="1400"/>
              <a:buChar char="●"/>
            </a:pPr>
            <a:r>
              <a:rPr lang="en"/>
              <a:t>Source: </a:t>
            </a:r>
            <a:r>
              <a:rPr lang="en" sz="1150">
                <a:solidFill>
                  <a:srgbClr val="2E414F"/>
                </a:solidFill>
                <a:highlight>
                  <a:srgbClr val="FFFFFF"/>
                </a:highlight>
              </a:rPr>
              <a:t>Marcondes, D., Simonis, A., &amp; Barrera, J. (2017). Feature Selection based on the Local Lift Dependence Scale. </a:t>
            </a:r>
            <a:r>
              <a:rPr i="1" lang="en" sz="1150">
                <a:solidFill>
                  <a:srgbClr val="2E414F"/>
                </a:solidFill>
              </a:rPr>
              <a:t>Entropy, 20</a:t>
            </a:r>
            <a:r>
              <a:rPr lang="en" sz="1150">
                <a:solidFill>
                  <a:srgbClr val="2E414F"/>
                </a:solidFill>
                <a:highlight>
                  <a:srgbClr val="FFFFFF"/>
                </a:highlight>
              </a:rPr>
              <a:t>.</a:t>
            </a:r>
            <a:endParaRPr sz="1500"/>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rPr>
              <a:t>Goal</a:t>
            </a:r>
            <a:r>
              <a:rPr lang="en" sz="1100">
                <a:solidFill>
                  <a:srgbClr val="000000"/>
                </a:solidFill>
              </a:rPr>
              <a:t>: Identify which entrance exam subjects best predict a student’s first-year university performance.</a:t>
            </a:r>
            <a:endParaRPr sz="1100">
              <a:solidFill>
                <a:srgbClr val="000000"/>
              </a:solidFill>
            </a:endParaRPr>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rPr>
              <a:t>Method</a:t>
            </a:r>
            <a:r>
              <a:rPr lang="en" sz="1100">
                <a:solidFill>
                  <a:srgbClr val="000000"/>
                </a:solidFill>
              </a:rPr>
              <a:t>: Used classical and multiple </a:t>
            </a:r>
            <a:r>
              <a:rPr lang="en" sz="1100">
                <a:solidFill>
                  <a:srgbClr val="000000"/>
                </a:solidFill>
              </a:rPr>
              <a:t>feature</a:t>
            </a:r>
            <a:r>
              <a:rPr lang="en" sz="1100">
                <a:solidFill>
                  <a:srgbClr val="000000"/>
                </a:solidFill>
              </a:rPr>
              <a:t> selection algorithms based on the Local Lift Dependence Scale (LLDS)..</a:t>
            </a:r>
            <a:endParaRPr sz="1100">
              <a:solidFill>
                <a:srgbClr val="000000"/>
              </a:solidFill>
            </a:endParaRPr>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rPr>
              <a:t>Process</a:t>
            </a:r>
            <a:r>
              <a:rPr lang="en" sz="1100">
                <a:solidFill>
                  <a:srgbClr val="000000"/>
                </a:solidFill>
              </a:rPr>
              <a:t>:</a:t>
            </a:r>
            <a:endParaRPr sz="1100">
              <a:solidFill>
                <a:srgbClr val="000000"/>
              </a:solidFill>
            </a:endParaRPr>
          </a:p>
          <a:p>
            <a:pPr indent="-298450" lvl="2" marL="1371600" rtl="0" algn="l">
              <a:lnSpc>
                <a:spcPct val="115000"/>
              </a:lnSpc>
              <a:spcBef>
                <a:spcPts val="0"/>
              </a:spcBef>
              <a:spcAft>
                <a:spcPts val="0"/>
              </a:spcAft>
              <a:buClr>
                <a:srgbClr val="000000"/>
              </a:buClr>
              <a:buSzPts val="1100"/>
              <a:buChar char="■"/>
            </a:pPr>
            <a:r>
              <a:rPr lang="en" sz="1100">
                <a:solidFill>
                  <a:srgbClr val="000000"/>
                </a:solidFill>
              </a:rPr>
              <a:t>Adjusted exam scores by course &amp; year.</a:t>
            </a:r>
            <a:endParaRPr sz="1100">
              <a:solidFill>
                <a:srgbClr val="000000"/>
              </a:solidFill>
            </a:endParaRPr>
          </a:p>
          <a:p>
            <a:pPr indent="-298450" lvl="2" marL="1371600" rtl="0" algn="l">
              <a:lnSpc>
                <a:spcPct val="115000"/>
              </a:lnSpc>
              <a:spcBef>
                <a:spcPts val="0"/>
              </a:spcBef>
              <a:spcAft>
                <a:spcPts val="0"/>
              </a:spcAft>
              <a:buClr>
                <a:srgbClr val="000000"/>
              </a:buClr>
              <a:buSzPts val="1100"/>
              <a:buChar char="■"/>
            </a:pPr>
            <a:r>
              <a:rPr lang="en" sz="1100">
                <a:solidFill>
                  <a:srgbClr val="000000"/>
                </a:solidFill>
              </a:rPr>
              <a:t>Grouped performance levels (low, medium, high).</a:t>
            </a:r>
            <a:endParaRPr sz="1100">
              <a:solidFill>
                <a:srgbClr val="000000"/>
              </a:solidFill>
            </a:endParaRPr>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rPr>
              <a:t>Findings</a:t>
            </a:r>
            <a:r>
              <a:rPr lang="en" sz="1100">
                <a:solidFill>
                  <a:srgbClr val="000000"/>
                </a:solidFill>
              </a:rPr>
              <a:t>:</a:t>
            </a:r>
            <a:endParaRPr sz="1100">
              <a:solidFill>
                <a:srgbClr val="000000"/>
              </a:solidFill>
            </a:endParaRPr>
          </a:p>
          <a:p>
            <a:pPr indent="-298450" lvl="2" marL="1371600" rtl="0" algn="l">
              <a:lnSpc>
                <a:spcPct val="115000"/>
              </a:lnSpc>
              <a:spcBef>
                <a:spcPts val="0"/>
              </a:spcBef>
              <a:spcAft>
                <a:spcPts val="0"/>
              </a:spcAft>
              <a:buClr>
                <a:srgbClr val="000000"/>
              </a:buClr>
              <a:buSzPts val="1100"/>
              <a:buChar char="■"/>
            </a:pPr>
            <a:r>
              <a:rPr lang="en" sz="1100">
                <a:solidFill>
                  <a:srgbClr val="000000"/>
                </a:solidFill>
              </a:rPr>
              <a:t>Multi-resolution methods provided deeper insights than classical approaches.</a:t>
            </a:r>
            <a:endParaRPr sz="1100">
              <a:solidFill>
                <a:srgbClr val="000000"/>
              </a:solidFill>
            </a:endParaRPr>
          </a:p>
          <a:p>
            <a:pPr indent="-298450" lvl="2" marL="1371600" rtl="0" algn="l">
              <a:lnSpc>
                <a:spcPct val="115000"/>
              </a:lnSpc>
              <a:spcBef>
                <a:spcPts val="0"/>
              </a:spcBef>
              <a:spcAft>
                <a:spcPts val="0"/>
              </a:spcAft>
              <a:buClr>
                <a:srgbClr val="000000"/>
              </a:buClr>
              <a:buSzPts val="1100"/>
              <a:buChar char="■"/>
            </a:pPr>
            <a:r>
              <a:rPr lang="en" sz="1100">
                <a:solidFill>
                  <a:srgbClr val="000000"/>
                </a:solidFill>
              </a:rPr>
              <a:t>Helps improve admission strategies and student support planning.</a:t>
            </a:r>
            <a:br>
              <a:rPr lang="en" sz="1100">
                <a:solidFill>
                  <a:srgbClr val="000000"/>
                </a:solidFill>
              </a:rPr>
            </a:br>
            <a:endParaRPr sz="1100">
              <a:solidFill>
                <a:srgbClr val="000000"/>
              </a:solidFil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26"/>
          <p:cNvSpPr txBox="1"/>
          <p:nvPr>
            <p:ph idx="2" type="subTitle"/>
          </p:nvPr>
        </p:nvSpPr>
        <p:spPr>
          <a:xfrm>
            <a:off x="1048650" y="1682950"/>
            <a:ext cx="7046700" cy="30840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i="1" lang="en" u="sng"/>
              <a:t>LITERATURE REVIEW</a:t>
            </a:r>
            <a:r>
              <a:rPr lang="en" u="sng"/>
              <a:t>:</a:t>
            </a:r>
            <a:endParaRPr u="sng"/>
          </a:p>
          <a:p>
            <a:pPr indent="-317500" lvl="0" marL="457200" rtl="0" algn="l">
              <a:lnSpc>
                <a:spcPct val="115000"/>
              </a:lnSpc>
              <a:spcBef>
                <a:spcPts val="0"/>
              </a:spcBef>
              <a:spcAft>
                <a:spcPts val="0"/>
              </a:spcAft>
              <a:buSzPts val="1400"/>
              <a:buChar char="●"/>
            </a:pPr>
            <a:r>
              <a:rPr lang="en"/>
              <a:t>Source: </a:t>
            </a:r>
            <a:r>
              <a:rPr lang="en" sz="1150">
                <a:solidFill>
                  <a:srgbClr val="2E414F"/>
                </a:solidFill>
                <a:highlight>
                  <a:schemeClr val="accent5"/>
                </a:highlight>
              </a:rPr>
              <a:t>Nahar, K., Shova, B.I., Ria, T. et al. Mining educational data to predict students performance. Educ Inf Technol 26, 6051–6067 (2021).</a:t>
            </a:r>
            <a:endParaRPr/>
          </a:p>
          <a:p>
            <a:pPr indent="-301625" lvl="1" marL="914400" rtl="0" algn="l">
              <a:lnSpc>
                <a:spcPct val="115000"/>
              </a:lnSpc>
              <a:spcBef>
                <a:spcPts val="0"/>
              </a:spcBef>
              <a:spcAft>
                <a:spcPts val="0"/>
              </a:spcAft>
              <a:buSzPts val="1150"/>
              <a:buChar char="○"/>
            </a:pPr>
            <a:r>
              <a:rPr lang="en" sz="1150"/>
              <a:t>Study focuses on mining data to predict students’ performance</a:t>
            </a:r>
            <a:endParaRPr sz="1150"/>
          </a:p>
          <a:p>
            <a:pPr indent="-301625" lvl="2" marL="1371600" rtl="0" algn="l">
              <a:lnSpc>
                <a:spcPct val="115000"/>
              </a:lnSpc>
              <a:spcBef>
                <a:spcPts val="0"/>
              </a:spcBef>
              <a:spcAft>
                <a:spcPts val="0"/>
              </a:spcAft>
              <a:buSzPts val="1150"/>
              <a:buChar char="■"/>
            </a:pPr>
            <a:r>
              <a:rPr lang="en" sz="1150"/>
              <a:t>Utilized academic and behavioral data → 2 datasets</a:t>
            </a:r>
            <a:endParaRPr sz="1150"/>
          </a:p>
          <a:p>
            <a:pPr indent="-301625" lvl="3" marL="1828800" rtl="0" algn="l">
              <a:lnSpc>
                <a:spcPct val="115000"/>
              </a:lnSpc>
              <a:spcBef>
                <a:spcPts val="0"/>
              </a:spcBef>
              <a:spcAft>
                <a:spcPts val="0"/>
              </a:spcAft>
              <a:buSzPts val="1150"/>
              <a:buChar char="●"/>
            </a:pPr>
            <a:r>
              <a:rPr lang="en" sz="1150"/>
              <a:t>(1) AIPerformance &amp; (2) AllTheoryPerformance</a:t>
            </a:r>
            <a:endParaRPr sz="1150"/>
          </a:p>
          <a:p>
            <a:pPr indent="-301625" lvl="2" marL="1371600" rtl="0" algn="l">
              <a:lnSpc>
                <a:spcPct val="115000"/>
              </a:lnSpc>
              <a:spcBef>
                <a:spcPts val="0"/>
              </a:spcBef>
              <a:spcAft>
                <a:spcPts val="0"/>
              </a:spcAft>
              <a:buSzPts val="1150"/>
              <a:buChar char="■"/>
            </a:pPr>
            <a:r>
              <a:rPr lang="en" sz="1150"/>
              <a:t>Collected data through surveys and mark sheets</a:t>
            </a:r>
            <a:endParaRPr sz="1150"/>
          </a:p>
          <a:p>
            <a:pPr indent="-301625" lvl="1" marL="914400" rtl="0" algn="l">
              <a:lnSpc>
                <a:spcPct val="115000"/>
              </a:lnSpc>
              <a:spcBef>
                <a:spcPts val="0"/>
              </a:spcBef>
              <a:spcAft>
                <a:spcPts val="0"/>
              </a:spcAft>
              <a:buSzPts val="1150"/>
              <a:buChar char="○"/>
            </a:pPr>
            <a:r>
              <a:rPr b="1" lang="en" sz="1150"/>
              <a:t>Models used:</a:t>
            </a:r>
            <a:r>
              <a:rPr lang="en" sz="1150"/>
              <a:t> Decision Trees and Naive Bayes → classification &amp; performance evaluations</a:t>
            </a:r>
            <a:endParaRPr sz="1150"/>
          </a:p>
          <a:p>
            <a:pPr indent="-301625" lvl="1" marL="914400" rtl="0" algn="l">
              <a:lnSpc>
                <a:spcPct val="115000"/>
              </a:lnSpc>
              <a:spcBef>
                <a:spcPts val="0"/>
              </a:spcBef>
              <a:spcAft>
                <a:spcPts val="0"/>
              </a:spcAft>
              <a:buSzPts val="1150"/>
              <a:buChar char="○"/>
            </a:pPr>
            <a:r>
              <a:rPr b="1" lang="en" sz="1150"/>
              <a:t>Process: </a:t>
            </a:r>
            <a:endParaRPr b="1" sz="1150"/>
          </a:p>
          <a:p>
            <a:pPr indent="-301625" lvl="2" marL="1371600" rtl="0" algn="l">
              <a:lnSpc>
                <a:spcPct val="115000"/>
              </a:lnSpc>
              <a:spcBef>
                <a:spcPts val="0"/>
              </a:spcBef>
              <a:spcAft>
                <a:spcPts val="0"/>
              </a:spcAft>
              <a:buSzPts val="1150"/>
              <a:buChar char="■"/>
            </a:pPr>
            <a:r>
              <a:rPr lang="en" sz="1150"/>
              <a:t>transformed numerical scores into categorical data, removed outliers &amp; cleaned data, model evaluation based on accuracy, precision, and more </a:t>
            </a:r>
            <a:endParaRPr sz="1150"/>
          </a:p>
          <a:p>
            <a:pPr indent="-301625" lvl="1" marL="914400" rtl="0" algn="l">
              <a:lnSpc>
                <a:spcPct val="115000"/>
              </a:lnSpc>
              <a:spcBef>
                <a:spcPts val="0"/>
              </a:spcBef>
              <a:spcAft>
                <a:spcPts val="0"/>
              </a:spcAft>
              <a:buSzPts val="1150"/>
              <a:buChar char="○"/>
            </a:pPr>
            <a:r>
              <a:rPr b="1" lang="en" sz="1150"/>
              <a:t>Findings:</a:t>
            </a:r>
            <a:r>
              <a:rPr lang="en" sz="1150"/>
              <a:t> </a:t>
            </a:r>
            <a:endParaRPr sz="1150"/>
          </a:p>
          <a:p>
            <a:pPr indent="-301625" lvl="2" marL="1371600" rtl="0" algn="l">
              <a:lnSpc>
                <a:spcPct val="115000"/>
              </a:lnSpc>
              <a:spcBef>
                <a:spcPts val="0"/>
              </a:spcBef>
              <a:spcAft>
                <a:spcPts val="0"/>
              </a:spcAft>
              <a:buSzPts val="1150"/>
              <a:buChar char="■"/>
            </a:pPr>
            <a:r>
              <a:rPr lang="en" sz="1150"/>
              <a:t>Early performance → strongly correlated with final results</a:t>
            </a:r>
            <a:endParaRPr sz="1150"/>
          </a:p>
          <a:p>
            <a:pPr indent="-301625" lvl="2" marL="1371600" rtl="0" algn="l">
              <a:lnSpc>
                <a:spcPct val="115000"/>
              </a:lnSpc>
              <a:spcBef>
                <a:spcPts val="0"/>
              </a:spcBef>
              <a:spcAft>
                <a:spcPts val="0"/>
              </a:spcAft>
              <a:buSzPts val="1150"/>
              <a:buChar char="■"/>
            </a:pPr>
            <a:r>
              <a:rPr lang="en" sz="1150"/>
              <a:t>Learning behavior influences performance</a:t>
            </a:r>
            <a:endParaRPr sz="1150"/>
          </a:p>
        </p:txBody>
      </p:sp>
      <p:sp>
        <p:nvSpPr>
          <p:cNvPr id="902" name="Google Shape;902;p26"/>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a:t>
            </a:r>
            <a:endParaRPr/>
          </a:p>
        </p:txBody>
      </p:sp>
      <p:grpSp>
        <p:nvGrpSpPr>
          <p:cNvPr id="903" name="Google Shape;903;p26"/>
          <p:cNvGrpSpPr/>
          <p:nvPr/>
        </p:nvGrpSpPr>
        <p:grpSpPr>
          <a:xfrm rot="-853">
            <a:off x="7519477" y="883368"/>
            <a:ext cx="493104" cy="688683"/>
            <a:chOff x="6814440" y="1026720"/>
            <a:chExt cx="1223280" cy="2063160"/>
          </a:xfrm>
        </p:grpSpPr>
        <p:sp>
          <p:nvSpPr>
            <p:cNvPr id="904" name="Google Shape;904;p26"/>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5" name="Google Shape;905;p26"/>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6" name="Google Shape;906;p26"/>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07" name="Google Shape;907;p26"/>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8" name="Google Shape;908;p26"/>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9" name="Google Shape;909;p26"/>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0" name="Google Shape;910;p26"/>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911" name="Google Shape;911;p26"/>
          <p:cNvGrpSpPr/>
          <p:nvPr/>
        </p:nvGrpSpPr>
        <p:grpSpPr>
          <a:xfrm rot="-768601">
            <a:off x="828078" y="1388574"/>
            <a:ext cx="449769" cy="618720"/>
            <a:chOff x="1045080" y="4154760"/>
            <a:chExt cx="275400" cy="371160"/>
          </a:xfrm>
        </p:grpSpPr>
        <p:sp>
          <p:nvSpPr>
            <p:cNvPr id="912" name="Google Shape;912;p26"/>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3" name="Google Shape;913;p26"/>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4" name="Google Shape;914;p26"/>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5" name="Google Shape;915;p26"/>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6" name="Google Shape;916;p26"/>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7" name="Google Shape;917;p26"/>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8" name="Google Shape;918;p26"/>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9" name="Google Shape;919;p26"/>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0" name="Google Shape;920;p26"/>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21" name="Google Shape;921;p26"/>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22" name="Google Shape;922;p26"/>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23" name="Google Shape;923;p26"/>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27"/>
          <p:cNvSpPr txBox="1"/>
          <p:nvPr>
            <p:ph type="title"/>
          </p:nvPr>
        </p:nvSpPr>
        <p:spPr>
          <a:xfrm>
            <a:off x="1320400" y="2101475"/>
            <a:ext cx="5074800" cy="14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Preprocessing</a:t>
            </a:r>
            <a:endParaRPr/>
          </a:p>
        </p:txBody>
      </p:sp>
      <p:sp>
        <p:nvSpPr>
          <p:cNvPr id="929" name="Google Shape;929;p27"/>
          <p:cNvSpPr txBox="1"/>
          <p:nvPr>
            <p:ph idx="2" type="title"/>
          </p:nvPr>
        </p:nvSpPr>
        <p:spPr>
          <a:xfrm>
            <a:off x="5820275" y="1154975"/>
            <a:ext cx="1905300" cy="109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930" name="Google Shape;930;p27"/>
          <p:cNvGrpSpPr/>
          <p:nvPr/>
        </p:nvGrpSpPr>
        <p:grpSpPr>
          <a:xfrm>
            <a:off x="896410" y="1154974"/>
            <a:ext cx="8191495" cy="3912334"/>
            <a:chOff x="896410" y="1154974"/>
            <a:chExt cx="8191495" cy="3912334"/>
          </a:xfrm>
        </p:grpSpPr>
        <p:sp>
          <p:nvSpPr>
            <p:cNvPr id="931" name="Google Shape;931;p27"/>
            <p:cNvSpPr/>
            <p:nvPr/>
          </p:nvSpPr>
          <p:spPr>
            <a:xfrm rot="5400000">
              <a:off x="4917523" y="1266997"/>
              <a:ext cx="523440" cy="866160"/>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932" name="Google Shape;932;p27"/>
            <p:cNvGrpSpPr/>
            <p:nvPr/>
          </p:nvGrpSpPr>
          <p:grpSpPr>
            <a:xfrm>
              <a:off x="6869363" y="2991188"/>
              <a:ext cx="2218542" cy="2076120"/>
              <a:chOff x="8037720" y="3846600"/>
              <a:chExt cx="1923480" cy="1800000"/>
            </a:xfrm>
          </p:grpSpPr>
          <p:sp>
            <p:nvSpPr>
              <p:cNvPr id="933" name="Google Shape;933;p27"/>
              <p:cNvSpPr/>
              <p:nvPr/>
            </p:nvSpPr>
            <p:spPr>
              <a:xfrm>
                <a:off x="8037720" y="4034160"/>
                <a:ext cx="1923480" cy="1612440"/>
              </a:xfrm>
              <a:custGeom>
                <a:rect b="b" l="l" r="r" t="t"/>
                <a:pathLst>
                  <a:path extrusionOk="0" h="4479" w="5343">
                    <a:moveTo>
                      <a:pt x="5343" y="4479"/>
                    </a:moveTo>
                    <a:lnTo>
                      <a:pt x="0" y="4479"/>
                    </a:lnTo>
                    <a:lnTo>
                      <a:pt x="0" y="0"/>
                    </a:lnTo>
                    <a:lnTo>
                      <a:pt x="5343" y="0"/>
                    </a:lnTo>
                    <a:lnTo>
                      <a:pt x="5343" y="4479"/>
                    </a:lnTo>
                    <a:close/>
                  </a:path>
                </a:pathLst>
              </a:custGeom>
              <a:solidFill>
                <a:schemeClr val="accent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4" name="Google Shape;934;p27"/>
              <p:cNvSpPr/>
              <p:nvPr/>
            </p:nvSpPr>
            <p:spPr>
              <a:xfrm>
                <a:off x="834408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35" name="Google Shape;935;p27"/>
              <p:cNvSpPr/>
              <p:nvPr/>
            </p:nvSpPr>
            <p:spPr>
              <a:xfrm>
                <a:off x="817488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6" name="Google Shape;936;p27"/>
              <p:cNvSpPr/>
              <p:nvPr/>
            </p:nvSpPr>
            <p:spPr>
              <a:xfrm>
                <a:off x="954972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37" name="Google Shape;937;p27"/>
              <p:cNvSpPr/>
              <p:nvPr/>
            </p:nvSpPr>
            <p:spPr>
              <a:xfrm>
                <a:off x="938052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8" name="Google Shape;938;p27"/>
              <p:cNvSpPr/>
              <p:nvPr/>
            </p:nvSpPr>
            <p:spPr>
              <a:xfrm>
                <a:off x="8037720" y="3846600"/>
                <a:ext cx="1923480" cy="187560"/>
              </a:xfrm>
              <a:custGeom>
                <a:rect b="b" l="l" r="r" t="t"/>
                <a:pathLst>
                  <a:path extrusionOk="0" h="521" w="5343">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9" name="Google Shape;939;p27"/>
              <p:cNvSpPr/>
              <p:nvPr/>
            </p:nvSpPr>
            <p:spPr>
              <a:xfrm>
                <a:off x="8120520" y="3897360"/>
                <a:ext cx="86040" cy="86040"/>
              </a:xfrm>
              <a:custGeom>
                <a:rect b="b" l="l" r="r" t="t"/>
                <a:pathLst>
                  <a:path extrusionOk="0" h="239" w="239">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0" name="Google Shape;940;p27"/>
              <p:cNvSpPr/>
              <p:nvPr/>
            </p:nvSpPr>
            <p:spPr>
              <a:xfrm>
                <a:off x="8253720" y="3897360"/>
                <a:ext cx="86040" cy="86040"/>
              </a:xfrm>
              <a:custGeom>
                <a:rect b="b" l="l" r="r" t="t"/>
                <a:pathLst>
                  <a:path extrusionOk="0" h="239" w="239">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1" name="Google Shape;941;p27"/>
              <p:cNvSpPr/>
              <p:nvPr/>
            </p:nvSpPr>
            <p:spPr>
              <a:xfrm>
                <a:off x="8386920" y="3897360"/>
                <a:ext cx="86040" cy="86040"/>
              </a:xfrm>
              <a:custGeom>
                <a:rect b="b" l="l" r="r" t="t"/>
                <a:pathLst>
                  <a:path extrusionOk="0" h="239" w="239">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2" name="Google Shape;942;p27"/>
              <p:cNvSpPr/>
              <p:nvPr/>
            </p:nvSpPr>
            <p:spPr>
              <a:xfrm>
                <a:off x="8379000" y="4149720"/>
                <a:ext cx="1240920" cy="1241280"/>
              </a:xfrm>
              <a:custGeom>
                <a:rect b="b" l="l" r="r" t="t"/>
                <a:pathLst>
                  <a:path extrusionOk="0" h="3448" w="3447">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3" name="Google Shape;943;p27"/>
              <p:cNvSpPr/>
              <p:nvPr/>
            </p:nvSpPr>
            <p:spPr>
              <a:xfrm>
                <a:off x="8590320" y="4363200"/>
                <a:ext cx="795240" cy="795600"/>
              </a:xfrm>
              <a:custGeom>
                <a:rect b="b" l="l" r="r" t="t"/>
                <a:pathLst>
                  <a:path extrusionOk="0" h="2210" w="2209">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4" name="Google Shape;944;p27"/>
              <p:cNvSpPr/>
              <p:nvPr/>
            </p:nvSpPr>
            <p:spPr>
              <a:xfrm>
                <a:off x="8526600" y="4341240"/>
                <a:ext cx="392040" cy="370080"/>
              </a:xfrm>
              <a:custGeom>
                <a:rect b="b" l="l" r="r" t="t"/>
                <a:pathLst>
                  <a:path extrusionOk="0" h="1028" w="1089">
                    <a:moveTo>
                      <a:pt x="0" y="845"/>
                    </a:moveTo>
                    <a:cubicBezTo>
                      <a:pt x="64" y="458"/>
                      <a:pt x="329" y="140"/>
                      <a:pt x="683" y="0"/>
                    </a:cubicBezTo>
                    <a:lnTo>
                      <a:pt x="1089" y="1028"/>
                    </a:lnTo>
                    <a:lnTo>
                      <a:pt x="0" y="845"/>
                    </a:ln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945" name="Google Shape;945;p27"/>
            <p:cNvSpPr/>
            <p:nvPr/>
          </p:nvSpPr>
          <p:spPr>
            <a:xfrm>
              <a:off x="896410" y="1154974"/>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28"/>
                                        </p:tgtEl>
                                        <p:attrNameLst>
                                          <p:attrName>style.visibility</p:attrName>
                                        </p:attrNameLst>
                                      </p:cBhvr>
                                      <p:to>
                                        <p:strVal val="visible"/>
                                      </p:to>
                                    </p:set>
                                    <p:anim calcmode="lin" valueType="num">
                                      <p:cBhvr additive="base">
                                        <p:cTn dur="1000"/>
                                        <p:tgtEl>
                                          <p:spTgt spid="928"/>
                                        </p:tgtEl>
                                        <p:attrNameLst>
                                          <p:attrName>ppt_w</p:attrName>
                                        </p:attrNameLst>
                                      </p:cBhvr>
                                      <p:tavLst>
                                        <p:tav fmla="" tm="0">
                                          <p:val>
                                            <p:strVal val="0"/>
                                          </p:val>
                                        </p:tav>
                                        <p:tav fmla="" tm="100000">
                                          <p:val>
                                            <p:strVal val="#ppt_w"/>
                                          </p:val>
                                        </p:tav>
                                      </p:tavLst>
                                    </p:anim>
                                    <p:anim calcmode="lin" valueType="num">
                                      <p:cBhvr additive="base">
                                        <p:cTn dur="1000"/>
                                        <p:tgtEl>
                                          <p:spTgt spid="92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28"/>
          <p:cNvSpPr txBox="1"/>
          <p:nvPr>
            <p:ph idx="4294967295" type="subTitle"/>
          </p:nvPr>
        </p:nvSpPr>
        <p:spPr>
          <a:xfrm>
            <a:off x="1048650" y="702725"/>
            <a:ext cx="7046700" cy="9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u="sng"/>
              <a:t>Step 1</a:t>
            </a:r>
            <a:r>
              <a:rPr b="1" lang="en" sz="1600"/>
              <a:t> → </a:t>
            </a:r>
            <a:r>
              <a:rPr lang="en" sz="1600"/>
              <a:t>Heatmap displayed no missing values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u="sng"/>
              <a:t>Step 2</a:t>
            </a:r>
            <a:r>
              <a:rPr b="1" lang="en" sz="1600"/>
              <a:t> → </a:t>
            </a:r>
            <a:r>
              <a:rPr lang="en" sz="1600"/>
              <a:t>Distribution check for continuous variables</a:t>
            </a:r>
            <a:endParaRPr sz="1600"/>
          </a:p>
          <a:p>
            <a:pPr indent="0" lvl="0" marL="0" rtl="0" algn="l">
              <a:spcBef>
                <a:spcPts val="0"/>
              </a:spcBef>
              <a:spcAft>
                <a:spcPts val="0"/>
              </a:spcAft>
              <a:buNone/>
            </a:pPr>
            <a:r>
              <a:t/>
            </a:r>
            <a:endParaRPr sz="1600"/>
          </a:p>
        </p:txBody>
      </p:sp>
      <p:pic>
        <p:nvPicPr>
          <p:cNvPr id="951" name="Google Shape;951;p28" title="Screenshot 2025-04-28 at 10.52.14 AM.png"/>
          <p:cNvPicPr preferRelativeResize="0"/>
          <p:nvPr/>
        </p:nvPicPr>
        <p:blipFill>
          <a:blip r:embed="rId3">
            <a:alphaModFix/>
          </a:blip>
          <a:stretch>
            <a:fillRect/>
          </a:stretch>
        </p:blipFill>
        <p:spPr>
          <a:xfrm>
            <a:off x="713225" y="1687225"/>
            <a:ext cx="3690301" cy="2189249"/>
          </a:xfrm>
          <a:prstGeom prst="rect">
            <a:avLst/>
          </a:prstGeom>
          <a:noFill/>
          <a:ln>
            <a:noFill/>
          </a:ln>
        </p:spPr>
      </p:pic>
      <p:pic>
        <p:nvPicPr>
          <p:cNvPr id="952" name="Google Shape;952;p28" title="Screenshot 2025-04-28 at 11.18.16 AM.png"/>
          <p:cNvPicPr preferRelativeResize="0"/>
          <p:nvPr/>
        </p:nvPicPr>
        <p:blipFill>
          <a:blip r:embed="rId4">
            <a:alphaModFix/>
          </a:blip>
          <a:stretch>
            <a:fillRect/>
          </a:stretch>
        </p:blipFill>
        <p:spPr>
          <a:xfrm>
            <a:off x="4740475" y="1666861"/>
            <a:ext cx="3690300" cy="2229976"/>
          </a:xfrm>
          <a:prstGeom prst="rect">
            <a:avLst/>
          </a:prstGeom>
          <a:noFill/>
          <a:ln>
            <a:noFill/>
          </a:ln>
        </p:spPr>
      </p:pic>
      <p:sp>
        <p:nvSpPr>
          <p:cNvPr id="953" name="Google Shape;953;p28"/>
          <p:cNvSpPr txBox="1"/>
          <p:nvPr/>
        </p:nvSpPr>
        <p:spPr>
          <a:xfrm>
            <a:off x="769025" y="3873650"/>
            <a:ext cx="3578700" cy="9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solidFill>
                  <a:schemeClr val="dk1"/>
                </a:solidFill>
                <a:latin typeface="Lato"/>
                <a:ea typeface="Lato"/>
                <a:cs typeface="Lato"/>
                <a:sym typeface="Lato"/>
              </a:rPr>
              <a:t>Absences:</a:t>
            </a:r>
            <a:endParaRPr b="1" i="1">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Right-skewed</a:t>
            </a: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2 outliers removed </a:t>
            </a: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Values : 30, 32</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sp>
        <p:nvSpPr>
          <p:cNvPr id="954" name="Google Shape;954;p28"/>
          <p:cNvSpPr txBox="1"/>
          <p:nvPr/>
        </p:nvSpPr>
        <p:spPr>
          <a:xfrm>
            <a:off x="4796275" y="3894025"/>
            <a:ext cx="3578700" cy="7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solidFill>
                  <a:schemeClr val="dk1"/>
                </a:solidFill>
                <a:latin typeface="Lato"/>
                <a:ea typeface="Lato"/>
                <a:cs typeface="Lato"/>
                <a:sym typeface="Lato"/>
              </a:rPr>
              <a:t>Age:</a:t>
            </a:r>
            <a:endParaRPr b="1" i="1">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Ages 20, 21, and 22 removed</a:t>
            </a: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Not common ages for </a:t>
            </a:r>
            <a:r>
              <a:rPr lang="en">
                <a:solidFill>
                  <a:schemeClr val="dk1"/>
                </a:solidFill>
                <a:latin typeface="Lato"/>
                <a:ea typeface="Lato"/>
                <a:cs typeface="Lato"/>
                <a:sym typeface="Lato"/>
              </a:rPr>
              <a:t>high school students</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29"/>
          <p:cNvSpPr txBox="1"/>
          <p:nvPr/>
        </p:nvSpPr>
        <p:spPr>
          <a:xfrm>
            <a:off x="4664450" y="3231113"/>
            <a:ext cx="3578700" cy="9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solidFill>
                  <a:schemeClr val="dk1"/>
                </a:solidFill>
                <a:latin typeface="Lato"/>
                <a:ea typeface="Lato"/>
                <a:cs typeface="Lato"/>
                <a:sym typeface="Lato"/>
              </a:rPr>
              <a:t>G1, G2, &amp; G3:</a:t>
            </a:r>
            <a:endParaRPr b="1" i="1">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No outliers removed</a:t>
            </a: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G1, G2, &amp; G3 are non-cumulative grades → 0s are possible</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pic>
        <p:nvPicPr>
          <p:cNvPr id="960" name="Google Shape;960;p29" title="Screenshot 2025-04-28 at 10.53.40 AM.png"/>
          <p:cNvPicPr preferRelativeResize="0"/>
          <p:nvPr/>
        </p:nvPicPr>
        <p:blipFill>
          <a:blip r:embed="rId3">
            <a:alphaModFix/>
          </a:blip>
          <a:stretch>
            <a:fillRect/>
          </a:stretch>
        </p:blipFill>
        <p:spPr>
          <a:xfrm>
            <a:off x="934150" y="761224"/>
            <a:ext cx="3319499" cy="1972875"/>
          </a:xfrm>
          <a:prstGeom prst="rect">
            <a:avLst/>
          </a:prstGeom>
          <a:noFill/>
          <a:ln>
            <a:noFill/>
          </a:ln>
        </p:spPr>
      </p:pic>
      <p:pic>
        <p:nvPicPr>
          <p:cNvPr id="961" name="Google Shape;961;p29" title="Screenshot 2025-04-28 at 10.53.54 AM.png"/>
          <p:cNvPicPr preferRelativeResize="0"/>
          <p:nvPr/>
        </p:nvPicPr>
        <p:blipFill>
          <a:blip r:embed="rId4">
            <a:alphaModFix/>
          </a:blip>
          <a:stretch>
            <a:fillRect/>
          </a:stretch>
        </p:blipFill>
        <p:spPr>
          <a:xfrm>
            <a:off x="4847775" y="761225"/>
            <a:ext cx="3319499" cy="1972875"/>
          </a:xfrm>
          <a:prstGeom prst="rect">
            <a:avLst/>
          </a:prstGeom>
          <a:noFill/>
          <a:ln>
            <a:noFill/>
          </a:ln>
        </p:spPr>
      </p:pic>
      <p:pic>
        <p:nvPicPr>
          <p:cNvPr id="962" name="Google Shape;962;p29" title="Screenshot 2025-04-28 at 10.54.06 AM.png"/>
          <p:cNvPicPr preferRelativeResize="0"/>
          <p:nvPr/>
        </p:nvPicPr>
        <p:blipFill>
          <a:blip r:embed="rId5">
            <a:alphaModFix/>
          </a:blip>
          <a:stretch>
            <a:fillRect/>
          </a:stretch>
        </p:blipFill>
        <p:spPr>
          <a:xfrm>
            <a:off x="945450" y="2787550"/>
            <a:ext cx="3372576" cy="20022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30"/>
          <p:cNvSpPr txBox="1"/>
          <p:nvPr>
            <p:ph idx="4294967295" type="subTitle"/>
          </p:nvPr>
        </p:nvSpPr>
        <p:spPr>
          <a:xfrm>
            <a:off x="1048650" y="1103275"/>
            <a:ext cx="7046700" cy="34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u="sng"/>
              <a:t>Step 3</a:t>
            </a:r>
            <a:r>
              <a:rPr b="1" lang="en" sz="1700"/>
              <a:t> →</a:t>
            </a:r>
            <a:r>
              <a:rPr b="1" lang="en" sz="1700"/>
              <a:t> </a:t>
            </a:r>
            <a:r>
              <a:rPr lang="en" sz="1700"/>
              <a:t>Frequency Tables checked for categorical tables</a:t>
            </a:r>
            <a:endParaRPr sz="1700"/>
          </a:p>
          <a:p>
            <a:pPr indent="-336550" lvl="0" marL="457200" rtl="0" algn="l">
              <a:spcBef>
                <a:spcPts val="0"/>
              </a:spcBef>
              <a:spcAft>
                <a:spcPts val="0"/>
              </a:spcAft>
              <a:buSzPts val="1700"/>
              <a:buChar char="-"/>
            </a:pPr>
            <a:r>
              <a:rPr lang="en" sz="1700"/>
              <a:t>Somewhat even distribution within all categories</a:t>
            </a:r>
            <a:endParaRPr sz="1700"/>
          </a:p>
          <a:p>
            <a:pPr indent="-336550" lvl="0" marL="457200" rtl="0" algn="l">
              <a:spcBef>
                <a:spcPts val="0"/>
              </a:spcBef>
              <a:spcAft>
                <a:spcPts val="0"/>
              </a:spcAft>
              <a:buSzPts val="1700"/>
              <a:buChar char="-"/>
            </a:pPr>
            <a:r>
              <a:rPr lang="en" sz="1700"/>
              <a:t>No combining done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 sz="1700" u="sng"/>
              <a:t>Step 4</a:t>
            </a:r>
            <a:r>
              <a:rPr b="1" lang="en" sz="1700"/>
              <a:t> →</a:t>
            </a:r>
            <a:r>
              <a:rPr b="1" lang="en" sz="1700"/>
              <a:t> </a:t>
            </a:r>
            <a:r>
              <a:rPr lang="en" sz="1700"/>
              <a:t>Dummy variables were made for </a:t>
            </a:r>
            <a:r>
              <a:rPr lang="en" sz="1700"/>
              <a:t>categorical</a:t>
            </a:r>
            <a:r>
              <a:rPr lang="en" sz="1700"/>
              <a:t> variables.</a:t>
            </a:r>
            <a:endParaRPr sz="1700"/>
          </a:p>
          <a:p>
            <a:pPr indent="-336550" lvl="0" marL="457200" rtl="0" algn="l">
              <a:spcBef>
                <a:spcPts val="0"/>
              </a:spcBef>
              <a:spcAft>
                <a:spcPts val="0"/>
              </a:spcAft>
              <a:buSzPts val="1700"/>
              <a:buChar char="-"/>
            </a:pPr>
            <a:r>
              <a:rPr lang="en" sz="1700"/>
              <a:t>Binary variables were reduced to one dummy variable.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 sz="1700" u="sng"/>
              <a:t>Step 5</a:t>
            </a:r>
            <a:r>
              <a:rPr b="1" lang="en" sz="1700"/>
              <a:t> →</a:t>
            </a:r>
            <a:r>
              <a:rPr lang="en" sz="1700"/>
              <a:t> Correlation check</a:t>
            </a:r>
            <a:endParaRPr sz="1700"/>
          </a:p>
          <a:p>
            <a:pPr indent="-336550" lvl="0" marL="457200" rtl="0" algn="l">
              <a:spcBef>
                <a:spcPts val="0"/>
              </a:spcBef>
              <a:spcAft>
                <a:spcPts val="0"/>
              </a:spcAft>
              <a:buSzPts val="1700"/>
              <a:buChar char="-"/>
            </a:pPr>
            <a:r>
              <a:rPr lang="en" sz="1700"/>
              <a:t>High correlation between guardian_father and guardian_mother (-0.87)</a:t>
            </a:r>
            <a:endParaRPr sz="1700"/>
          </a:p>
          <a:p>
            <a:pPr indent="-336550" lvl="0" marL="457200" rtl="0" algn="l">
              <a:spcBef>
                <a:spcPts val="0"/>
              </a:spcBef>
              <a:spcAft>
                <a:spcPts val="0"/>
              </a:spcAft>
              <a:buSzPts val="1700"/>
              <a:buChar char="-"/>
            </a:pPr>
            <a:r>
              <a:rPr lang="en" sz="1700"/>
              <a:t>Guardian_father was removed</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31"/>
          <p:cNvSpPr txBox="1"/>
          <p:nvPr>
            <p:ph type="title"/>
          </p:nvPr>
        </p:nvSpPr>
        <p:spPr>
          <a:xfrm>
            <a:off x="1244200" y="2330075"/>
            <a:ext cx="5074800" cy="14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Multiple </a:t>
            </a:r>
            <a:r>
              <a:rPr lang="en"/>
              <a:t>Linear Regression (MLR)</a:t>
            </a:r>
            <a:endParaRPr/>
          </a:p>
        </p:txBody>
      </p:sp>
      <p:sp>
        <p:nvSpPr>
          <p:cNvPr id="973" name="Google Shape;973;p31"/>
          <p:cNvSpPr txBox="1"/>
          <p:nvPr>
            <p:ph idx="2" type="title"/>
          </p:nvPr>
        </p:nvSpPr>
        <p:spPr>
          <a:xfrm>
            <a:off x="5820275" y="1154975"/>
            <a:ext cx="1905300" cy="109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974" name="Google Shape;974;p31"/>
          <p:cNvGrpSpPr/>
          <p:nvPr/>
        </p:nvGrpSpPr>
        <p:grpSpPr>
          <a:xfrm>
            <a:off x="896410" y="1154974"/>
            <a:ext cx="8191495" cy="3912334"/>
            <a:chOff x="896410" y="1154974"/>
            <a:chExt cx="8191495" cy="3912334"/>
          </a:xfrm>
        </p:grpSpPr>
        <p:sp>
          <p:nvSpPr>
            <p:cNvPr id="975" name="Google Shape;975;p31"/>
            <p:cNvSpPr/>
            <p:nvPr/>
          </p:nvSpPr>
          <p:spPr>
            <a:xfrm rot="5400000">
              <a:off x="4917523" y="1266997"/>
              <a:ext cx="523440" cy="866160"/>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976" name="Google Shape;976;p31"/>
            <p:cNvGrpSpPr/>
            <p:nvPr/>
          </p:nvGrpSpPr>
          <p:grpSpPr>
            <a:xfrm>
              <a:off x="6869363" y="2991188"/>
              <a:ext cx="2218542" cy="2076120"/>
              <a:chOff x="8037720" y="3846600"/>
              <a:chExt cx="1923480" cy="1800000"/>
            </a:xfrm>
          </p:grpSpPr>
          <p:sp>
            <p:nvSpPr>
              <p:cNvPr id="977" name="Google Shape;977;p31"/>
              <p:cNvSpPr/>
              <p:nvPr/>
            </p:nvSpPr>
            <p:spPr>
              <a:xfrm>
                <a:off x="8037720" y="4034160"/>
                <a:ext cx="1923480" cy="1612440"/>
              </a:xfrm>
              <a:custGeom>
                <a:rect b="b" l="l" r="r" t="t"/>
                <a:pathLst>
                  <a:path extrusionOk="0" h="4479" w="5343">
                    <a:moveTo>
                      <a:pt x="5343" y="4479"/>
                    </a:moveTo>
                    <a:lnTo>
                      <a:pt x="0" y="4479"/>
                    </a:lnTo>
                    <a:lnTo>
                      <a:pt x="0" y="0"/>
                    </a:lnTo>
                    <a:lnTo>
                      <a:pt x="5343" y="0"/>
                    </a:lnTo>
                    <a:lnTo>
                      <a:pt x="5343" y="4479"/>
                    </a:lnTo>
                    <a:close/>
                  </a:path>
                </a:pathLst>
              </a:custGeom>
              <a:solidFill>
                <a:schemeClr val="accent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8" name="Google Shape;978;p31"/>
              <p:cNvSpPr/>
              <p:nvPr/>
            </p:nvSpPr>
            <p:spPr>
              <a:xfrm>
                <a:off x="834408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79" name="Google Shape;979;p31"/>
              <p:cNvSpPr/>
              <p:nvPr/>
            </p:nvSpPr>
            <p:spPr>
              <a:xfrm>
                <a:off x="817488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0" name="Google Shape;980;p31"/>
              <p:cNvSpPr/>
              <p:nvPr/>
            </p:nvSpPr>
            <p:spPr>
              <a:xfrm>
                <a:off x="954972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81" name="Google Shape;981;p31"/>
              <p:cNvSpPr/>
              <p:nvPr/>
            </p:nvSpPr>
            <p:spPr>
              <a:xfrm>
                <a:off x="938052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2" name="Google Shape;982;p31"/>
              <p:cNvSpPr/>
              <p:nvPr/>
            </p:nvSpPr>
            <p:spPr>
              <a:xfrm>
                <a:off x="8037720" y="3846600"/>
                <a:ext cx="1923480" cy="187560"/>
              </a:xfrm>
              <a:custGeom>
                <a:rect b="b" l="l" r="r" t="t"/>
                <a:pathLst>
                  <a:path extrusionOk="0" h="521" w="5343">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3" name="Google Shape;983;p31"/>
              <p:cNvSpPr/>
              <p:nvPr/>
            </p:nvSpPr>
            <p:spPr>
              <a:xfrm>
                <a:off x="8120520" y="3897360"/>
                <a:ext cx="86040" cy="86040"/>
              </a:xfrm>
              <a:custGeom>
                <a:rect b="b" l="l" r="r" t="t"/>
                <a:pathLst>
                  <a:path extrusionOk="0" h="239" w="239">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4" name="Google Shape;984;p31"/>
              <p:cNvSpPr/>
              <p:nvPr/>
            </p:nvSpPr>
            <p:spPr>
              <a:xfrm>
                <a:off x="8253720" y="3897360"/>
                <a:ext cx="86040" cy="86040"/>
              </a:xfrm>
              <a:custGeom>
                <a:rect b="b" l="l" r="r" t="t"/>
                <a:pathLst>
                  <a:path extrusionOk="0" h="239" w="239">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5" name="Google Shape;985;p31"/>
              <p:cNvSpPr/>
              <p:nvPr/>
            </p:nvSpPr>
            <p:spPr>
              <a:xfrm>
                <a:off x="8386920" y="3897360"/>
                <a:ext cx="86040" cy="86040"/>
              </a:xfrm>
              <a:custGeom>
                <a:rect b="b" l="l" r="r" t="t"/>
                <a:pathLst>
                  <a:path extrusionOk="0" h="239" w="239">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6" name="Google Shape;986;p31"/>
              <p:cNvSpPr/>
              <p:nvPr/>
            </p:nvSpPr>
            <p:spPr>
              <a:xfrm>
                <a:off x="8379000" y="4149720"/>
                <a:ext cx="1240920" cy="1241280"/>
              </a:xfrm>
              <a:custGeom>
                <a:rect b="b" l="l" r="r" t="t"/>
                <a:pathLst>
                  <a:path extrusionOk="0" h="3448" w="3447">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7" name="Google Shape;987;p31"/>
              <p:cNvSpPr/>
              <p:nvPr/>
            </p:nvSpPr>
            <p:spPr>
              <a:xfrm>
                <a:off x="8590320" y="4363200"/>
                <a:ext cx="795240" cy="795600"/>
              </a:xfrm>
              <a:custGeom>
                <a:rect b="b" l="l" r="r" t="t"/>
                <a:pathLst>
                  <a:path extrusionOk="0" h="2210" w="2209">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8" name="Google Shape;988;p31"/>
              <p:cNvSpPr/>
              <p:nvPr/>
            </p:nvSpPr>
            <p:spPr>
              <a:xfrm>
                <a:off x="8526600" y="4341240"/>
                <a:ext cx="392040" cy="370080"/>
              </a:xfrm>
              <a:custGeom>
                <a:rect b="b" l="l" r="r" t="t"/>
                <a:pathLst>
                  <a:path extrusionOk="0" h="1028" w="1089">
                    <a:moveTo>
                      <a:pt x="0" y="845"/>
                    </a:moveTo>
                    <a:cubicBezTo>
                      <a:pt x="64" y="458"/>
                      <a:pt x="329" y="140"/>
                      <a:pt x="683" y="0"/>
                    </a:cubicBezTo>
                    <a:lnTo>
                      <a:pt x="1089" y="1028"/>
                    </a:lnTo>
                    <a:lnTo>
                      <a:pt x="0" y="845"/>
                    </a:ln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989" name="Google Shape;989;p31"/>
            <p:cNvSpPr/>
            <p:nvPr/>
          </p:nvSpPr>
          <p:spPr>
            <a:xfrm>
              <a:off x="896410" y="1154974"/>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72"/>
                                        </p:tgtEl>
                                        <p:attrNameLst>
                                          <p:attrName>style.visibility</p:attrName>
                                        </p:attrNameLst>
                                      </p:cBhvr>
                                      <p:to>
                                        <p:strVal val="visible"/>
                                      </p:to>
                                    </p:set>
                                    <p:anim calcmode="lin" valueType="num">
                                      <p:cBhvr additive="base">
                                        <p:cTn dur="1000"/>
                                        <p:tgtEl>
                                          <p:spTgt spid="972"/>
                                        </p:tgtEl>
                                        <p:attrNameLst>
                                          <p:attrName>ppt_w</p:attrName>
                                        </p:attrNameLst>
                                      </p:cBhvr>
                                      <p:tavLst>
                                        <p:tav fmla="" tm="0">
                                          <p:val>
                                            <p:strVal val="0"/>
                                          </p:val>
                                        </p:tav>
                                        <p:tav fmla="" tm="100000">
                                          <p:val>
                                            <p:strVal val="#ppt_w"/>
                                          </p:val>
                                        </p:tav>
                                      </p:tavLst>
                                    </p:anim>
                                    <p:anim calcmode="lin" valueType="num">
                                      <p:cBhvr additive="base">
                                        <p:cTn dur="1000"/>
                                        <p:tgtEl>
                                          <p:spTgt spid="97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32"/>
          <p:cNvSpPr txBox="1"/>
          <p:nvPr>
            <p:ph idx="15" type="title"/>
          </p:nvPr>
        </p:nvSpPr>
        <p:spPr>
          <a:xfrm>
            <a:off x="870825" y="7534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MLR: Forward Selection</a:t>
            </a:r>
            <a:endParaRPr/>
          </a:p>
        </p:txBody>
      </p:sp>
      <p:sp>
        <p:nvSpPr>
          <p:cNvPr id="995" name="Google Shape;995;p32"/>
          <p:cNvSpPr txBox="1"/>
          <p:nvPr>
            <p:ph idx="2" type="subTitle"/>
          </p:nvPr>
        </p:nvSpPr>
        <p:spPr>
          <a:xfrm>
            <a:off x="2233175" y="2115675"/>
            <a:ext cx="476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29.85</a:t>
            </a:r>
            <a:r>
              <a:rPr lang="en" sz="1200"/>
              <a:t>% </a:t>
            </a:r>
            <a:r>
              <a:rPr lang="en" sz="1200"/>
              <a:t>of the variation in the target variable is explained by the </a:t>
            </a:r>
            <a:r>
              <a:rPr lang="en" sz="1200"/>
              <a:t>model</a:t>
            </a:r>
            <a:r>
              <a:rPr lang="en" sz="1200"/>
              <a:t>.</a:t>
            </a:r>
            <a:endParaRPr sz="1200"/>
          </a:p>
        </p:txBody>
      </p:sp>
      <p:sp>
        <p:nvSpPr>
          <p:cNvPr id="996" name="Google Shape;996;p32"/>
          <p:cNvSpPr txBox="1"/>
          <p:nvPr>
            <p:ph idx="3" type="subTitle"/>
          </p:nvPr>
        </p:nvSpPr>
        <p:spPr>
          <a:xfrm>
            <a:off x="1826375" y="1691950"/>
            <a:ext cx="5576100" cy="6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Y= 7.66 + 0.289x</a:t>
            </a:r>
            <a:r>
              <a:rPr baseline="-25000" lang="en" sz="1100"/>
              <a:t>1</a:t>
            </a:r>
            <a:r>
              <a:rPr lang="en" sz="1100"/>
              <a:t>+ 0.447x</a:t>
            </a:r>
            <a:r>
              <a:rPr baseline="-25000" lang="en" sz="1100"/>
              <a:t>2</a:t>
            </a:r>
            <a:r>
              <a:rPr lang="en" sz="1100"/>
              <a:t> - 1.541x</a:t>
            </a:r>
            <a:r>
              <a:rPr baseline="-25000" lang="en" sz="1100"/>
              <a:t>3</a:t>
            </a:r>
            <a:r>
              <a:rPr lang="en" sz="1100"/>
              <a:t> - 0.067x</a:t>
            </a:r>
            <a:r>
              <a:rPr baseline="-25000" lang="en" sz="1100"/>
              <a:t>4</a:t>
            </a:r>
            <a:r>
              <a:rPr lang="en" sz="1100"/>
              <a:t> + 1.639x</a:t>
            </a:r>
            <a:r>
              <a:rPr baseline="-25000" lang="en" sz="1100"/>
              <a:t>5</a:t>
            </a:r>
            <a:r>
              <a:rPr lang="en" sz="1100"/>
              <a:t> + 0.884x</a:t>
            </a:r>
            <a:r>
              <a:rPr baseline="-25000" lang="en" sz="1100"/>
              <a:t>6</a:t>
            </a:r>
            <a:r>
              <a:rPr lang="en" sz="1100"/>
              <a:t>- 1.585x</a:t>
            </a:r>
            <a:r>
              <a:rPr baseline="-25000" lang="en" sz="1100"/>
              <a:t>7</a:t>
            </a:r>
            <a:r>
              <a:rPr lang="en" sz="1100"/>
              <a:t> + 2.046x</a:t>
            </a:r>
            <a:r>
              <a:rPr baseline="-25000" lang="en" sz="1100"/>
              <a:t>8</a:t>
            </a:r>
            <a:endParaRPr sz="1100"/>
          </a:p>
        </p:txBody>
      </p:sp>
      <p:sp>
        <p:nvSpPr>
          <p:cNvPr id="997" name="Google Shape;997;p32"/>
          <p:cNvSpPr txBox="1"/>
          <p:nvPr>
            <p:ph idx="8" type="subTitle"/>
          </p:nvPr>
        </p:nvSpPr>
        <p:spPr>
          <a:xfrm>
            <a:off x="1740675" y="1056139"/>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Beta Values:</a:t>
            </a:r>
            <a:endParaRPr/>
          </a:p>
        </p:txBody>
      </p:sp>
      <p:sp>
        <p:nvSpPr>
          <p:cNvPr id="998" name="Google Shape;998;p32"/>
          <p:cNvSpPr txBox="1"/>
          <p:nvPr>
            <p:ph idx="9" type="subTitle"/>
          </p:nvPr>
        </p:nvSpPr>
        <p:spPr>
          <a:xfrm>
            <a:off x="1651875" y="2561864"/>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P-Values:</a:t>
            </a:r>
            <a:endParaRPr/>
          </a:p>
        </p:txBody>
      </p:sp>
      <p:sp>
        <p:nvSpPr>
          <p:cNvPr id="999" name="Google Shape;999;p32"/>
          <p:cNvSpPr txBox="1"/>
          <p:nvPr>
            <p:ph idx="13" type="subTitle"/>
          </p:nvPr>
        </p:nvSpPr>
        <p:spPr>
          <a:xfrm>
            <a:off x="1740675" y="2178825"/>
            <a:ext cx="2203800" cy="39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t>
            </a:r>
            <a:r>
              <a:rPr baseline="30000" lang="en"/>
              <a:t>2</a:t>
            </a:r>
            <a:r>
              <a:rPr lang="en"/>
              <a:t>: </a:t>
            </a:r>
            <a:endParaRPr/>
          </a:p>
        </p:txBody>
      </p:sp>
      <p:sp>
        <p:nvSpPr>
          <p:cNvPr id="1000" name="Google Shape;1000;p32"/>
          <p:cNvSpPr/>
          <p:nvPr/>
        </p:nvSpPr>
        <p:spPr>
          <a:xfrm>
            <a:off x="113525" y="10055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001" name="Google Shape;1001;p32"/>
          <p:cNvGrpSpPr/>
          <p:nvPr/>
        </p:nvGrpSpPr>
        <p:grpSpPr>
          <a:xfrm rot="623552">
            <a:off x="8327634" y="917957"/>
            <a:ext cx="681913" cy="516156"/>
            <a:chOff x="7803360" y="4187880"/>
            <a:chExt cx="430560" cy="304920"/>
          </a:xfrm>
        </p:grpSpPr>
        <p:sp>
          <p:nvSpPr>
            <p:cNvPr id="1002" name="Google Shape;1002;p32"/>
            <p:cNvSpPr/>
            <p:nvPr/>
          </p:nvSpPr>
          <p:spPr>
            <a:xfrm>
              <a:off x="7830720" y="4194000"/>
              <a:ext cx="375840" cy="246240"/>
            </a:xfrm>
            <a:custGeom>
              <a:rect b="b" l="l" r="r" t="t"/>
              <a:pathLst>
                <a:path extrusionOk="0" h="684" w="1044">
                  <a:moveTo>
                    <a:pt x="0" y="684"/>
                  </a:moveTo>
                  <a:lnTo>
                    <a:pt x="0" y="78"/>
                  </a:lnTo>
                  <a:cubicBezTo>
                    <a:pt x="0" y="35"/>
                    <a:pt x="34" y="0"/>
                    <a:pt x="77" y="0"/>
                  </a:cubicBezTo>
                  <a:lnTo>
                    <a:pt x="967" y="0"/>
                  </a:lnTo>
                  <a:cubicBezTo>
                    <a:pt x="1009" y="0"/>
                    <a:pt x="1044" y="35"/>
                    <a:pt x="1044" y="78"/>
                  </a:cubicBezTo>
                  <a:lnTo>
                    <a:pt x="1044" y="684"/>
                  </a:lnTo>
                  <a:lnTo>
                    <a:pt x="0" y="684"/>
                  </a:ln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3" name="Google Shape;1003;p32"/>
            <p:cNvSpPr/>
            <p:nvPr/>
          </p:nvSpPr>
          <p:spPr>
            <a:xfrm>
              <a:off x="7858440" y="4222080"/>
              <a:ext cx="320400" cy="208800"/>
            </a:xfrm>
            <a:custGeom>
              <a:rect b="b" l="l" r="r" t="t"/>
              <a:pathLst>
                <a:path extrusionOk="0" h="580" w="890">
                  <a:moveTo>
                    <a:pt x="890" y="566"/>
                  </a:moveTo>
                  <a:lnTo>
                    <a:pt x="890" y="14"/>
                  </a:lnTo>
                  <a:cubicBezTo>
                    <a:pt x="890" y="6"/>
                    <a:pt x="883" y="0"/>
                    <a:pt x="876" y="0"/>
                  </a:cubicBezTo>
                  <a:lnTo>
                    <a:pt x="14" y="0"/>
                  </a:lnTo>
                  <a:cubicBezTo>
                    <a:pt x="6" y="0"/>
                    <a:pt x="0" y="6"/>
                    <a:pt x="0" y="14"/>
                  </a:cubicBezTo>
                  <a:lnTo>
                    <a:pt x="0" y="566"/>
                  </a:lnTo>
                  <a:cubicBezTo>
                    <a:pt x="0" y="574"/>
                    <a:pt x="6" y="580"/>
                    <a:pt x="14" y="580"/>
                  </a:cubicBezTo>
                  <a:lnTo>
                    <a:pt x="876" y="580"/>
                  </a:lnTo>
                  <a:cubicBezTo>
                    <a:pt x="883" y="580"/>
                    <a:pt x="890" y="574"/>
                    <a:pt x="890" y="566"/>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4" name="Google Shape;1004;p32"/>
            <p:cNvSpPr/>
            <p:nvPr/>
          </p:nvSpPr>
          <p:spPr>
            <a:xfrm>
              <a:off x="7900200" y="4312440"/>
              <a:ext cx="27720" cy="28080"/>
            </a:xfrm>
            <a:custGeom>
              <a:rect b="b" l="l" r="r" t="t"/>
              <a:pathLst>
                <a:path extrusionOk="0" h="78" w="77">
                  <a:moveTo>
                    <a:pt x="77" y="39"/>
                  </a:moveTo>
                  <a:cubicBezTo>
                    <a:pt x="77" y="60"/>
                    <a:pt x="60" y="78"/>
                    <a:pt x="39" y="78"/>
                  </a:cubicBezTo>
                  <a:cubicBezTo>
                    <a:pt x="17" y="78"/>
                    <a:pt x="0" y="60"/>
                    <a:pt x="0" y="39"/>
                  </a:cubicBezTo>
                  <a:cubicBezTo>
                    <a:pt x="0" y="18"/>
                    <a:pt x="17" y="0"/>
                    <a:pt x="39" y="0"/>
                  </a:cubicBezTo>
                  <a:cubicBezTo>
                    <a:pt x="60" y="0"/>
                    <a:pt x="77" y="18"/>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5" name="Google Shape;1005;p32"/>
            <p:cNvSpPr/>
            <p:nvPr/>
          </p:nvSpPr>
          <p:spPr>
            <a:xfrm>
              <a:off x="7969680" y="4354200"/>
              <a:ext cx="28080" cy="28080"/>
            </a:xfrm>
            <a:custGeom>
              <a:rect b="b" l="l" r="r" t="t"/>
              <a:pathLst>
                <a:path extrusionOk="0" h="78" w="78">
                  <a:moveTo>
                    <a:pt x="78" y="39"/>
                  </a:moveTo>
                  <a:cubicBezTo>
                    <a:pt x="78" y="60"/>
                    <a:pt x="60" y="78"/>
                    <a:pt x="39" y="78"/>
                  </a:cubicBezTo>
                  <a:cubicBezTo>
                    <a:pt x="18" y="78"/>
                    <a:pt x="0" y="60"/>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6" name="Google Shape;1006;p32"/>
            <p:cNvSpPr/>
            <p:nvPr/>
          </p:nvSpPr>
          <p:spPr>
            <a:xfrm>
              <a:off x="8039520" y="4284720"/>
              <a:ext cx="27720" cy="27720"/>
            </a:xfrm>
            <a:custGeom>
              <a:rect b="b" l="l" r="r" t="t"/>
              <a:pathLst>
                <a:path extrusionOk="0" h="77" w="77">
                  <a:moveTo>
                    <a:pt x="77" y="39"/>
                  </a:moveTo>
                  <a:cubicBezTo>
                    <a:pt x="77" y="60"/>
                    <a:pt x="60" y="77"/>
                    <a:pt x="38" y="77"/>
                  </a:cubicBezTo>
                  <a:cubicBezTo>
                    <a:pt x="17" y="77"/>
                    <a:pt x="0" y="60"/>
                    <a:pt x="0" y="39"/>
                  </a:cubicBezTo>
                  <a:cubicBezTo>
                    <a:pt x="0" y="17"/>
                    <a:pt x="17" y="0"/>
                    <a:pt x="38" y="0"/>
                  </a:cubicBezTo>
                  <a:cubicBezTo>
                    <a:pt x="60" y="0"/>
                    <a:pt x="77" y="17"/>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7" name="Google Shape;1007;p32"/>
            <p:cNvSpPr/>
            <p:nvPr/>
          </p:nvSpPr>
          <p:spPr>
            <a:xfrm>
              <a:off x="8109000" y="4256640"/>
              <a:ext cx="28080" cy="28080"/>
            </a:xfrm>
            <a:custGeom>
              <a:rect b="b" l="l" r="r" t="t"/>
              <a:pathLst>
                <a:path extrusionOk="0" h="78" w="78">
                  <a:moveTo>
                    <a:pt x="78" y="39"/>
                  </a:moveTo>
                  <a:cubicBezTo>
                    <a:pt x="78" y="61"/>
                    <a:pt x="60" y="78"/>
                    <a:pt x="39" y="78"/>
                  </a:cubicBezTo>
                  <a:cubicBezTo>
                    <a:pt x="18" y="78"/>
                    <a:pt x="0" y="61"/>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8" name="Google Shape;1008;p32"/>
            <p:cNvSpPr/>
            <p:nvPr/>
          </p:nvSpPr>
          <p:spPr>
            <a:xfrm>
              <a:off x="7809480" y="4430880"/>
              <a:ext cx="417960" cy="55800"/>
            </a:xfrm>
            <a:custGeom>
              <a:rect b="b" l="l" r="r" t="t"/>
              <a:pathLst>
                <a:path extrusionOk="0" h="155" w="1161">
                  <a:moveTo>
                    <a:pt x="1161" y="14"/>
                  </a:moveTo>
                  <a:lnTo>
                    <a:pt x="1161" y="77"/>
                  </a:lnTo>
                  <a:cubicBezTo>
                    <a:pt x="1161" y="120"/>
                    <a:pt x="1126" y="155"/>
                    <a:pt x="1084" y="155"/>
                  </a:cubicBezTo>
                  <a:lnTo>
                    <a:pt x="78" y="155"/>
                  </a:lnTo>
                  <a:cubicBezTo>
                    <a:pt x="35" y="155"/>
                    <a:pt x="0" y="120"/>
                    <a:pt x="0" y="77"/>
                  </a:cubicBezTo>
                  <a:lnTo>
                    <a:pt x="0" y="14"/>
                  </a:lnTo>
                  <a:cubicBezTo>
                    <a:pt x="0" y="6"/>
                    <a:pt x="7" y="0"/>
                    <a:pt x="14" y="0"/>
                  </a:cubicBezTo>
                  <a:lnTo>
                    <a:pt x="1147" y="0"/>
                  </a:lnTo>
                  <a:cubicBezTo>
                    <a:pt x="1155" y="0"/>
                    <a:pt x="1161" y="6"/>
                    <a:pt x="1161" y="14"/>
                  </a:cubicBezTo>
                  <a:close/>
                </a:path>
              </a:pathLst>
            </a:custGeom>
            <a:solidFill>
              <a:srgbClr val="008F95"/>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9" name="Google Shape;1009;p32"/>
            <p:cNvSpPr/>
            <p:nvPr/>
          </p:nvSpPr>
          <p:spPr>
            <a:xfrm>
              <a:off x="7971480" y="4430880"/>
              <a:ext cx="94680" cy="27720"/>
            </a:xfrm>
            <a:custGeom>
              <a:rect b="b" l="l" r="r" t="t"/>
              <a:pathLst>
                <a:path extrusionOk="0" h="77" w="263">
                  <a:moveTo>
                    <a:pt x="0" y="17"/>
                  </a:moveTo>
                  <a:lnTo>
                    <a:pt x="12" y="67"/>
                  </a:lnTo>
                  <a:cubicBezTo>
                    <a:pt x="14" y="73"/>
                    <a:pt x="19" y="77"/>
                    <a:pt x="26" y="77"/>
                  </a:cubicBezTo>
                  <a:lnTo>
                    <a:pt x="236" y="77"/>
                  </a:lnTo>
                  <a:cubicBezTo>
                    <a:pt x="242" y="77"/>
                    <a:pt x="248" y="73"/>
                    <a:pt x="249" y="67"/>
                  </a:cubicBezTo>
                  <a:lnTo>
                    <a:pt x="262" y="17"/>
                  </a:lnTo>
                  <a:cubicBezTo>
                    <a:pt x="264" y="9"/>
                    <a:pt x="257" y="0"/>
                    <a:pt x="248" y="0"/>
                  </a:cubicBezTo>
                  <a:lnTo>
                    <a:pt x="13" y="0"/>
                  </a:lnTo>
                  <a:cubicBezTo>
                    <a:pt x="4" y="0"/>
                    <a:pt x="-3" y="9"/>
                    <a:pt x="0" y="1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0" name="Google Shape;1010;p32"/>
            <p:cNvSpPr/>
            <p:nvPr/>
          </p:nvSpPr>
          <p:spPr>
            <a:xfrm>
              <a:off x="7803360" y="4187880"/>
              <a:ext cx="430560" cy="304920"/>
            </a:xfrm>
            <a:custGeom>
              <a:rect b="b" l="l" r="r" t="t"/>
              <a:pathLst>
                <a:path extrusionOk="0" h="847" w="1196">
                  <a:moveTo>
                    <a:pt x="700" y="735"/>
                  </a:moveTo>
                  <a:lnTo>
                    <a:pt x="495" y="735"/>
                  </a:lnTo>
                  <a:lnTo>
                    <a:pt x="485" y="693"/>
                  </a:lnTo>
                  <a:lnTo>
                    <a:pt x="711" y="693"/>
                  </a:lnTo>
                  <a:lnTo>
                    <a:pt x="700" y="735"/>
                  </a:lnTo>
                  <a:moveTo>
                    <a:pt x="170" y="112"/>
                  </a:moveTo>
                  <a:lnTo>
                    <a:pt x="1025" y="112"/>
                  </a:lnTo>
                  <a:lnTo>
                    <a:pt x="1025" y="658"/>
                  </a:lnTo>
                  <a:lnTo>
                    <a:pt x="170" y="658"/>
                  </a:lnTo>
                  <a:lnTo>
                    <a:pt x="170" y="112"/>
                  </a:lnTo>
                  <a:moveTo>
                    <a:pt x="93" y="95"/>
                  </a:moveTo>
                  <a:cubicBezTo>
                    <a:pt x="93" y="62"/>
                    <a:pt x="120" y="35"/>
                    <a:pt x="153" y="35"/>
                  </a:cubicBezTo>
                  <a:lnTo>
                    <a:pt x="1043" y="35"/>
                  </a:lnTo>
                  <a:cubicBezTo>
                    <a:pt x="1076" y="35"/>
                    <a:pt x="1103" y="62"/>
                    <a:pt x="1103" y="95"/>
                  </a:cubicBezTo>
                  <a:lnTo>
                    <a:pt x="1103" y="658"/>
                  </a:lnTo>
                  <a:lnTo>
                    <a:pt x="1060" y="658"/>
                  </a:lnTo>
                  <a:lnTo>
                    <a:pt x="1060" y="95"/>
                  </a:lnTo>
                  <a:cubicBezTo>
                    <a:pt x="1060" y="85"/>
                    <a:pt x="1052" y="77"/>
                    <a:pt x="1043" y="77"/>
                  </a:cubicBezTo>
                  <a:lnTo>
                    <a:pt x="153" y="77"/>
                  </a:lnTo>
                  <a:cubicBezTo>
                    <a:pt x="143" y="77"/>
                    <a:pt x="135" y="85"/>
                    <a:pt x="135" y="95"/>
                  </a:cubicBezTo>
                  <a:lnTo>
                    <a:pt x="135" y="658"/>
                  </a:lnTo>
                  <a:lnTo>
                    <a:pt x="93" y="658"/>
                  </a:lnTo>
                  <a:lnTo>
                    <a:pt x="93" y="95"/>
                  </a:lnTo>
                  <a:moveTo>
                    <a:pt x="1178" y="658"/>
                  </a:moveTo>
                  <a:lnTo>
                    <a:pt x="1138" y="658"/>
                  </a:lnTo>
                  <a:lnTo>
                    <a:pt x="1138" y="95"/>
                  </a:lnTo>
                  <a:cubicBezTo>
                    <a:pt x="1138" y="42"/>
                    <a:pt x="1095" y="0"/>
                    <a:pt x="1043" y="0"/>
                  </a:cubicBezTo>
                  <a:lnTo>
                    <a:pt x="153" y="0"/>
                  </a:lnTo>
                  <a:cubicBezTo>
                    <a:pt x="101" y="0"/>
                    <a:pt x="58" y="42"/>
                    <a:pt x="58" y="95"/>
                  </a:cubicBezTo>
                  <a:lnTo>
                    <a:pt x="58" y="658"/>
                  </a:lnTo>
                  <a:lnTo>
                    <a:pt x="17" y="658"/>
                  </a:lnTo>
                  <a:cubicBezTo>
                    <a:pt x="8" y="658"/>
                    <a:pt x="0" y="665"/>
                    <a:pt x="0" y="675"/>
                  </a:cubicBezTo>
                  <a:lnTo>
                    <a:pt x="0" y="752"/>
                  </a:lnTo>
                  <a:cubicBezTo>
                    <a:pt x="0" y="805"/>
                    <a:pt x="43" y="847"/>
                    <a:pt x="95" y="847"/>
                  </a:cubicBezTo>
                  <a:lnTo>
                    <a:pt x="157" y="847"/>
                  </a:lnTo>
                  <a:cubicBezTo>
                    <a:pt x="166" y="847"/>
                    <a:pt x="174" y="840"/>
                    <a:pt x="174" y="830"/>
                  </a:cubicBezTo>
                  <a:cubicBezTo>
                    <a:pt x="174" y="820"/>
                    <a:pt x="166" y="812"/>
                    <a:pt x="157" y="812"/>
                  </a:cubicBezTo>
                  <a:lnTo>
                    <a:pt x="95" y="812"/>
                  </a:lnTo>
                  <a:cubicBezTo>
                    <a:pt x="62" y="812"/>
                    <a:pt x="35" y="785"/>
                    <a:pt x="35" y="752"/>
                  </a:cubicBezTo>
                  <a:lnTo>
                    <a:pt x="35" y="693"/>
                  </a:lnTo>
                  <a:lnTo>
                    <a:pt x="75" y="693"/>
                  </a:lnTo>
                  <a:lnTo>
                    <a:pt x="76" y="693"/>
                  </a:lnTo>
                  <a:lnTo>
                    <a:pt x="76" y="693"/>
                  </a:lnTo>
                  <a:lnTo>
                    <a:pt x="153" y="693"/>
                  </a:lnTo>
                  <a:lnTo>
                    <a:pt x="153" y="693"/>
                  </a:lnTo>
                  <a:lnTo>
                    <a:pt x="153" y="693"/>
                  </a:lnTo>
                  <a:lnTo>
                    <a:pt x="449" y="693"/>
                  </a:lnTo>
                  <a:lnTo>
                    <a:pt x="465" y="757"/>
                  </a:lnTo>
                  <a:cubicBezTo>
                    <a:pt x="467" y="765"/>
                    <a:pt x="474" y="770"/>
                    <a:pt x="482" y="770"/>
                  </a:cubicBezTo>
                  <a:lnTo>
                    <a:pt x="714" y="770"/>
                  </a:lnTo>
                  <a:cubicBezTo>
                    <a:pt x="722" y="770"/>
                    <a:pt x="729" y="765"/>
                    <a:pt x="731" y="757"/>
                  </a:cubicBezTo>
                  <a:lnTo>
                    <a:pt x="747" y="693"/>
                  </a:lnTo>
                  <a:lnTo>
                    <a:pt x="1043" y="693"/>
                  </a:lnTo>
                  <a:lnTo>
                    <a:pt x="1043" y="693"/>
                  </a:lnTo>
                  <a:lnTo>
                    <a:pt x="1043" y="693"/>
                  </a:lnTo>
                  <a:lnTo>
                    <a:pt x="1120" y="693"/>
                  </a:lnTo>
                  <a:lnTo>
                    <a:pt x="1120" y="693"/>
                  </a:lnTo>
                  <a:lnTo>
                    <a:pt x="1120" y="693"/>
                  </a:lnTo>
                  <a:lnTo>
                    <a:pt x="1161" y="693"/>
                  </a:lnTo>
                  <a:lnTo>
                    <a:pt x="1161" y="752"/>
                  </a:lnTo>
                  <a:cubicBezTo>
                    <a:pt x="1161" y="785"/>
                    <a:pt x="1134" y="812"/>
                    <a:pt x="1101" y="812"/>
                  </a:cubicBezTo>
                  <a:lnTo>
                    <a:pt x="227" y="812"/>
                  </a:lnTo>
                  <a:cubicBezTo>
                    <a:pt x="217" y="812"/>
                    <a:pt x="209" y="820"/>
                    <a:pt x="209" y="830"/>
                  </a:cubicBezTo>
                  <a:cubicBezTo>
                    <a:pt x="209" y="840"/>
                    <a:pt x="217" y="847"/>
                    <a:pt x="227" y="847"/>
                  </a:cubicBezTo>
                  <a:lnTo>
                    <a:pt x="1101" y="847"/>
                  </a:lnTo>
                  <a:cubicBezTo>
                    <a:pt x="1153" y="847"/>
                    <a:pt x="1196" y="805"/>
                    <a:pt x="1196" y="752"/>
                  </a:cubicBezTo>
                  <a:lnTo>
                    <a:pt x="1196" y="675"/>
                  </a:lnTo>
                  <a:cubicBezTo>
                    <a:pt x="1196" y="665"/>
                    <a:pt x="1188" y="658"/>
                    <a:pt x="1178" y="65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11" name="Google Shape;1011;p32"/>
            <p:cNvSpPr/>
            <p:nvPr/>
          </p:nvSpPr>
          <p:spPr>
            <a:xfrm>
              <a:off x="7893720" y="4250520"/>
              <a:ext cx="249480" cy="137880"/>
            </a:xfrm>
            <a:custGeom>
              <a:rect b="b" l="l" r="r" t="t"/>
              <a:pathLst>
                <a:path extrusionOk="0" h="383" w="693">
                  <a:moveTo>
                    <a:pt x="637" y="35"/>
                  </a:moveTo>
                  <a:cubicBezTo>
                    <a:pt x="649" y="35"/>
                    <a:pt x="658" y="45"/>
                    <a:pt x="658" y="56"/>
                  </a:cubicBezTo>
                  <a:cubicBezTo>
                    <a:pt x="658" y="68"/>
                    <a:pt x="649" y="77"/>
                    <a:pt x="637" y="77"/>
                  </a:cubicBezTo>
                  <a:cubicBezTo>
                    <a:pt x="625" y="77"/>
                    <a:pt x="616" y="68"/>
                    <a:pt x="616" y="56"/>
                  </a:cubicBezTo>
                  <a:cubicBezTo>
                    <a:pt x="616" y="45"/>
                    <a:pt x="625" y="35"/>
                    <a:pt x="637" y="35"/>
                  </a:cubicBezTo>
                  <a:moveTo>
                    <a:pt x="443" y="155"/>
                  </a:moveTo>
                  <a:cubicBezTo>
                    <a:pt x="432" y="155"/>
                    <a:pt x="422" y="145"/>
                    <a:pt x="422" y="134"/>
                  </a:cubicBezTo>
                  <a:cubicBezTo>
                    <a:pt x="422" y="122"/>
                    <a:pt x="432" y="112"/>
                    <a:pt x="443" y="112"/>
                  </a:cubicBezTo>
                  <a:cubicBezTo>
                    <a:pt x="455" y="112"/>
                    <a:pt x="465" y="122"/>
                    <a:pt x="465" y="134"/>
                  </a:cubicBezTo>
                  <a:cubicBezTo>
                    <a:pt x="465" y="145"/>
                    <a:pt x="455" y="155"/>
                    <a:pt x="443" y="155"/>
                  </a:cubicBezTo>
                  <a:moveTo>
                    <a:pt x="250" y="348"/>
                  </a:moveTo>
                  <a:cubicBezTo>
                    <a:pt x="238" y="348"/>
                    <a:pt x="229" y="339"/>
                    <a:pt x="229" y="327"/>
                  </a:cubicBezTo>
                  <a:cubicBezTo>
                    <a:pt x="229" y="315"/>
                    <a:pt x="238" y="306"/>
                    <a:pt x="250" y="306"/>
                  </a:cubicBezTo>
                  <a:cubicBezTo>
                    <a:pt x="262" y="306"/>
                    <a:pt x="271" y="315"/>
                    <a:pt x="271" y="327"/>
                  </a:cubicBezTo>
                  <a:cubicBezTo>
                    <a:pt x="271" y="339"/>
                    <a:pt x="262" y="348"/>
                    <a:pt x="250" y="348"/>
                  </a:cubicBezTo>
                  <a:moveTo>
                    <a:pt x="57" y="232"/>
                  </a:moveTo>
                  <a:cubicBezTo>
                    <a:pt x="45" y="232"/>
                    <a:pt x="35" y="223"/>
                    <a:pt x="35" y="211"/>
                  </a:cubicBezTo>
                  <a:cubicBezTo>
                    <a:pt x="35" y="199"/>
                    <a:pt x="45" y="190"/>
                    <a:pt x="57" y="190"/>
                  </a:cubicBezTo>
                  <a:cubicBezTo>
                    <a:pt x="68" y="190"/>
                    <a:pt x="78" y="199"/>
                    <a:pt x="78" y="211"/>
                  </a:cubicBezTo>
                  <a:cubicBezTo>
                    <a:pt x="78" y="223"/>
                    <a:pt x="68" y="232"/>
                    <a:pt x="57" y="232"/>
                  </a:cubicBezTo>
                  <a:moveTo>
                    <a:pt x="637" y="112"/>
                  </a:moveTo>
                  <a:cubicBezTo>
                    <a:pt x="668" y="112"/>
                    <a:pt x="693" y="87"/>
                    <a:pt x="693" y="56"/>
                  </a:cubicBezTo>
                  <a:cubicBezTo>
                    <a:pt x="693" y="25"/>
                    <a:pt x="668" y="0"/>
                    <a:pt x="637" y="0"/>
                  </a:cubicBezTo>
                  <a:cubicBezTo>
                    <a:pt x="606" y="0"/>
                    <a:pt x="581" y="25"/>
                    <a:pt x="581" y="56"/>
                  </a:cubicBezTo>
                  <a:cubicBezTo>
                    <a:pt x="581" y="57"/>
                    <a:pt x="581" y="57"/>
                    <a:pt x="581" y="58"/>
                  </a:cubicBezTo>
                  <a:lnTo>
                    <a:pt x="488" y="99"/>
                  </a:lnTo>
                  <a:cubicBezTo>
                    <a:pt x="477" y="86"/>
                    <a:pt x="461" y="77"/>
                    <a:pt x="443" y="77"/>
                  </a:cubicBezTo>
                  <a:cubicBezTo>
                    <a:pt x="412" y="77"/>
                    <a:pt x="387" y="103"/>
                    <a:pt x="387" y="134"/>
                  </a:cubicBezTo>
                  <a:cubicBezTo>
                    <a:pt x="387" y="142"/>
                    <a:pt x="389" y="149"/>
                    <a:pt x="392" y="156"/>
                  </a:cubicBezTo>
                  <a:lnTo>
                    <a:pt x="278" y="278"/>
                  </a:lnTo>
                  <a:cubicBezTo>
                    <a:pt x="270" y="274"/>
                    <a:pt x="260" y="271"/>
                    <a:pt x="250" y="271"/>
                  </a:cubicBezTo>
                  <a:cubicBezTo>
                    <a:pt x="235" y="271"/>
                    <a:pt x="222" y="277"/>
                    <a:pt x="212" y="286"/>
                  </a:cubicBezTo>
                  <a:lnTo>
                    <a:pt x="112" y="221"/>
                  </a:lnTo>
                  <a:cubicBezTo>
                    <a:pt x="113" y="218"/>
                    <a:pt x="113" y="214"/>
                    <a:pt x="113" y="211"/>
                  </a:cubicBezTo>
                  <a:cubicBezTo>
                    <a:pt x="113" y="180"/>
                    <a:pt x="88" y="155"/>
                    <a:pt x="57" y="155"/>
                  </a:cubicBezTo>
                  <a:cubicBezTo>
                    <a:pt x="26" y="155"/>
                    <a:pt x="0" y="180"/>
                    <a:pt x="0" y="211"/>
                  </a:cubicBezTo>
                  <a:cubicBezTo>
                    <a:pt x="0" y="242"/>
                    <a:pt x="26" y="267"/>
                    <a:pt x="57" y="267"/>
                  </a:cubicBezTo>
                  <a:cubicBezTo>
                    <a:pt x="72" y="267"/>
                    <a:pt x="85" y="261"/>
                    <a:pt x="95" y="252"/>
                  </a:cubicBezTo>
                  <a:lnTo>
                    <a:pt x="195" y="317"/>
                  </a:lnTo>
                  <a:cubicBezTo>
                    <a:pt x="194" y="320"/>
                    <a:pt x="194" y="324"/>
                    <a:pt x="194" y="327"/>
                  </a:cubicBezTo>
                  <a:cubicBezTo>
                    <a:pt x="194" y="358"/>
                    <a:pt x="219" y="383"/>
                    <a:pt x="250" y="383"/>
                  </a:cubicBezTo>
                  <a:cubicBezTo>
                    <a:pt x="281" y="383"/>
                    <a:pt x="306" y="358"/>
                    <a:pt x="306" y="327"/>
                  </a:cubicBezTo>
                  <a:cubicBezTo>
                    <a:pt x="306" y="319"/>
                    <a:pt x="305" y="311"/>
                    <a:pt x="302" y="305"/>
                  </a:cubicBezTo>
                  <a:lnTo>
                    <a:pt x="415" y="182"/>
                  </a:lnTo>
                  <a:cubicBezTo>
                    <a:pt x="424" y="187"/>
                    <a:pt x="433" y="190"/>
                    <a:pt x="443" y="190"/>
                  </a:cubicBezTo>
                  <a:cubicBezTo>
                    <a:pt x="474" y="190"/>
                    <a:pt x="500" y="165"/>
                    <a:pt x="500" y="134"/>
                  </a:cubicBezTo>
                  <a:cubicBezTo>
                    <a:pt x="500" y="133"/>
                    <a:pt x="500" y="132"/>
                    <a:pt x="500" y="132"/>
                  </a:cubicBezTo>
                  <a:lnTo>
                    <a:pt x="593" y="91"/>
                  </a:lnTo>
                  <a:cubicBezTo>
                    <a:pt x="603" y="104"/>
                    <a:pt x="619" y="112"/>
                    <a:pt x="637" y="11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12" name="Google Shape;1012;p32"/>
            <p:cNvSpPr/>
            <p:nvPr/>
          </p:nvSpPr>
          <p:spPr>
            <a:xfrm>
              <a:off x="8109360" y="4361400"/>
              <a:ext cx="40680" cy="41040"/>
            </a:xfrm>
            <a:custGeom>
              <a:rect b="b" l="l" r="r" t="t"/>
              <a:pathLst>
                <a:path extrusionOk="0" h="114" w="113">
                  <a:moveTo>
                    <a:pt x="78" y="79"/>
                  </a:moveTo>
                  <a:lnTo>
                    <a:pt x="35" y="79"/>
                  </a:lnTo>
                  <a:lnTo>
                    <a:pt x="35" y="35"/>
                  </a:lnTo>
                  <a:lnTo>
                    <a:pt x="78" y="35"/>
                  </a:lnTo>
                  <a:lnTo>
                    <a:pt x="78" y="79"/>
                  </a:lnTo>
                  <a:moveTo>
                    <a:pt x="96" y="0"/>
                  </a:moveTo>
                  <a:lnTo>
                    <a:pt x="17" y="0"/>
                  </a:lnTo>
                  <a:cubicBezTo>
                    <a:pt x="8" y="0"/>
                    <a:pt x="0" y="8"/>
                    <a:pt x="0" y="18"/>
                  </a:cubicBezTo>
                  <a:lnTo>
                    <a:pt x="0" y="96"/>
                  </a:lnTo>
                  <a:cubicBezTo>
                    <a:pt x="0" y="106"/>
                    <a:pt x="8" y="114"/>
                    <a:pt x="17" y="114"/>
                  </a:cubicBezTo>
                  <a:lnTo>
                    <a:pt x="96" y="114"/>
                  </a:lnTo>
                  <a:cubicBezTo>
                    <a:pt x="106" y="114"/>
                    <a:pt x="113" y="106"/>
                    <a:pt x="113" y="96"/>
                  </a:cubicBezTo>
                  <a:lnTo>
                    <a:pt x="113" y="18"/>
                  </a:lnTo>
                  <a:cubicBezTo>
                    <a:pt x="113" y="8"/>
                    <a:pt x="106" y="0"/>
                    <a:pt x="96"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13" name="Google Shape;1013;p32"/>
            <p:cNvSpPr/>
            <p:nvPr/>
          </p:nvSpPr>
          <p:spPr>
            <a:xfrm>
              <a:off x="8053920" y="4389840"/>
              <a:ext cx="40680" cy="12600"/>
            </a:xfrm>
            <a:custGeom>
              <a:rect b="b" l="l" r="r" t="t"/>
              <a:pathLst>
                <a:path extrusionOk="0" h="35" w="113">
                  <a:moveTo>
                    <a:pt x="95" y="0"/>
                  </a:moveTo>
                  <a:lnTo>
                    <a:pt x="18" y="0"/>
                  </a:lnTo>
                  <a:cubicBezTo>
                    <a:pt x="8" y="0"/>
                    <a:pt x="0" y="8"/>
                    <a:pt x="0" y="17"/>
                  </a:cubicBezTo>
                  <a:cubicBezTo>
                    <a:pt x="0" y="27"/>
                    <a:pt x="8" y="35"/>
                    <a:pt x="18" y="35"/>
                  </a:cubicBezTo>
                  <a:lnTo>
                    <a:pt x="95" y="35"/>
                  </a:lnTo>
                  <a:cubicBezTo>
                    <a:pt x="105" y="35"/>
                    <a:pt x="113" y="27"/>
                    <a:pt x="113" y="17"/>
                  </a:cubicBezTo>
                  <a:cubicBezTo>
                    <a:pt x="113" y="8"/>
                    <a:pt x="105" y="0"/>
                    <a:pt x="9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014" name="Google Shape;1014;p32"/>
          <p:cNvSpPr txBox="1"/>
          <p:nvPr>
            <p:ph type="title"/>
          </p:nvPr>
        </p:nvSpPr>
        <p:spPr>
          <a:xfrm>
            <a:off x="926061" y="1434621"/>
            <a:ext cx="7335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015" name="Google Shape;1015;p32"/>
          <p:cNvSpPr txBox="1"/>
          <p:nvPr>
            <p:ph idx="6" type="title"/>
          </p:nvPr>
        </p:nvSpPr>
        <p:spPr>
          <a:xfrm>
            <a:off x="927101" y="2141995"/>
            <a:ext cx="731400" cy="446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016" name="Google Shape;1016;p32"/>
          <p:cNvSpPr txBox="1"/>
          <p:nvPr>
            <p:ph idx="5" type="title"/>
          </p:nvPr>
        </p:nvSpPr>
        <p:spPr>
          <a:xfrm>
            <a:off x="927098" y="2848171"/>
            <a:ext cx="7314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pic>
        <p:nvPicPr>
          <p:cNvPr id="1017" name="Google Shape;1017;p32"/>
          <p:cNvPicPr preferRelativeResize="0"/>
          <p:nvPr/>
        </p:nvPicPr>
        <p:blipFill>
          <a:blip r:embed="rId3">
            <a:alphaModFix/>
          </a:blip>
          <a:stretch>
            <a:fillRect/>
          </a:stretch>
        </p:blipFill>
        <p:spPr>
          <a:xfrm>
            <a:off x="3449225" y="2688375"/>
            <a:ext cx="5022676" cy="928375"/>
          </a:xfrm>
          <a:prstGeom prst="rect">
            <a:avLst/>
          </a:prstGeom>
          <a:noFill/>
          <a:ln>
            <a:noFill/>
          </a:ln>
        </p:spPr>
      </p:pic>
      <p:sp>
        <p:nvSpPr>
          <p:cNvPr id="1018" name="Google Shape;1018;p32"/>
          <p:cNvSpPr/>
          <p:nvPr/>
        </p:nvSpPr>
        <p:spPr>
          <a:xfrm>
            <a:off x="6848450" y="2178813"/>
            <a:ext cx="387300" cy="1320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9" name="Google Shape;1019;p32"/>
          <p:cNvSpPr/>
          <p:nvPr/>
        </p:nvSpPr>
        <p:spPr>
          <a:xfrm rot="-5400000">
            <a:off x="3123697" y="2921771"/>
            <a:ext cx="154800" cy="300300"/>
          </a:xfrm>
          <a:prstGeom prst="down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20" name="Google Shape;1020;p32"/>
          <p:cNvSpPr txBox="1"/>
          <p:nvPr>
            <p:ph idx="7" type="title"/>
          </p:nvPr>
        </p:nvSpPr>
        <p:spPr>
          <a:xfrm>
            <a:off x="927101" y="3777597"/>
            <a:ext cx="7314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021" name="Google Shape;1021;p32"/>
          <p:cNvSpPr txBox="1"/>
          <p:nvPr>
            <p:ph idx="3" type="subTitle"/>
          </p:nvPr>
        </p:nvSpPr>
        <p:spPr>
          <a:xfrm>
            <a:off x="3580600" y="3736000"/>
            <a:ext cx="5229900" cy="6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0000"/>
                </a:solidFill>
              </a:rPr>
              <a:t>The model provides some predictive value, is statistically valid, and gives directional insights. Could include more contributing variables.</a:t>
            </a:r>
            <a:endParaRPr sz="1100">
              <a:solidFill>
                <a:srgbClr val="000000"/>
              </a:solidFill>
            </a:endParaRPr>
          </a:p>
          <a:p>
            <a:pPr indent="0" lvl="0" marL="0" rtl="0" algn="l">
              <a:spcBef>
                <a:spcPts val="0"/>
              </a:spcBef>
              <a:spcAft>
                <a:spcPts val="0"/>
              </a:spcAft>
              <a:buNone/>
            </a:pPr>
            <a:r>
              <a:rPr lang="en" sz="1100">
                <a:solidFill>
                  <a:srgbClr val="000000"/>
                </a:solidFill>
              </a:rPr>
              <a:t>However, it is not highly accurate for precise prediction. </a:t>
            </a:r>
            <a:endParaRPr sz="1100">
              <a:solidFill>
                <a:srgbClr val="000000"/>
              </a:solidFill>
            </a:endParaRPr>
          </a:p>
          <a:p>
            <a:pPr indent="0" lvl="0" marL="0" rtl="0" algn="l">
              <a:spcBef>
                <a:spcPts val="0"/>
              </a:spcBef>
              <a:spcAft>
                <a:spcPts val="0"/>
              </a:spcAft>
              <a:buNone/>
            </a:pPr>
            <a:r>
              <a:t/>
            </a:r>
            <a:endParaRPr sz="1100">
              <a:solidFill>
                <a:srgbClr val="000000"/>
              </a:solidFill>
            </a:endParaRPr>
          </a:p>
        </p:txBody>
      </p:sp>
      <p:sp>
        <p:nvSpPr>
          <p:cNvPr id="1022" name="Google Shape;1022;p32"/>
          <p:cNvSpPr txBox="1"/>
          <p:nvPr>
            <p:ph idx="9" type="subTitle"/>
          </p:nvPr>
        </p:nvSpPr>
        <p:spPr>
          <a:xfrm>
            <a:off x="1740675" y="3624439"/>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Predictive Performance</a:t>
            </a:r>
            <a:endParaRPr/>
          </a:p>
        </p:txBody>
      </p:sp>
      <p:pic>
        <p:nvPicPr>
          <p:cNvPr id="1023" name="Google Shape;1023;p32"/>
          <p:cNvPicPr preferRelativeResize="0"/>
          <p:nvPr/>
        </p:nvPicPr>
        <p:blipFill>
          <a:blip r:embed="rId4">
            <a:alphaModFix/>
          </a:blip>
          <a:stretch>
            <a:fillRect/>
          </a:stretch>
        </p:blipFill>
        <p:spPr>
          <a:xfrm>
            <a:off x="7347825" y="1572588"/>
            <a:ext cx="1082950" cy="86935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33"/>
          <p:cNvSpPr txBox="1"/>
          <p:nvPr>
            <p:ph idx="15" type="title"/>
          </p:nvPr>
        </p:nvSpPr>
        <p:spPr>
          <a:xfrm>
            <a:off x="896750" y="7668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MLR: Stepwise Selection</a:t>
            </a:r>
            <a:endParaRPr/>
          </a:p>
        </p:txBody>
      </p:sp>
      <p:sp>
        <p:nvSpPr>
          <p:cNvPr id="1029" name="Google Shape;1029;p33"/>
          <p:cNvSpPr txBox="1"/>
          <p:nvPr>
            <p:ph idx="1" type="subTitle"/>
          </p:nvPr>
        </p:nvSpPr>
        <p:spPr>
          <a:xfrm>
            <a:off x="4927625" y="1514052"/>
            <a:ext cx="23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30" name="Google Shape;1030;p33"/>
          <p:cNvSpPr txBox="1"/>
          <p:nvPr>
            <p:ph type="title"/>
          </p:nvPr>
        </p:nvSpPr>
        <p:spPr>
          <a:xfrm>
            <a:off x="896761" y="1460396"/>
            <a:ext cx="7335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031" name="Google Shape;1031;p33"/>
          <p:cNvSpPr txBox="1"/>
          <p:nvPr>
            <p:ph idx="5" type="title"/>
          </p:nvPr>
        </p:nvSpPr>
        <p:spPr>
          <a:xfrm>
            <a:off x="897811" y="2868609"/>
            <a:ext cx="7314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032" name="Google Shape;1032;p33"/>
          <p:cNvSpPr txBox="1"/>
          <p:nvPr>
            <p:ph idx="6" type="title"/>
          </p:nvPr>
        </p:nvSpPr>
        <p:spPr>
          <a:xfrm>
            <a:off x="897801" y="2127070"/>
            <a:ext cx="731400" cy="446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033" name="Google Shape;1033;p33"/>
          <p:cNvSpPr txBox="1"/>
          <p:nvPr>
            <p:ph idx="7" type="title"/>
          </p:nvPr>
        </p:nvSpPr>
        <p:spPr>
          <a:xfrm>
            <a:off x="897801" y="4077372"/>
            <a:ext cx="7314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034" name="Google Shape;1034;p33"/>
          <p:cNvSpPr txBox="1"/>
          <p:nvPr>
            <p:ph idx="8" type="subTitle"/>
          </p:nvPr>
        </p:nvSpPr>
        <p:spPr>
          <a:xfrm>
            <a:off x="1740675" y="1132714"/>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Beta Values:</a:t>
            </a:r>
            <a:endParaRPr/>
          </a:p>
        </p:txBody>
      </p:sp>
      <p:sp>
        <p:nvSpPr>
          <p:cNvPr id="1035" name="Google Shape;1035;p33"/>
          <p:cNvSpPr txBox="1"/>
          <p:nvPr>
            <p:ph idx="9" type="subTitle"/>
          </p:nvPr>
        </p:nvSpPr>
        <p:spPr>
          <a:xfrm>
            <a:off x="1671000" y="2615738"/>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P-Values</a:t>
            </a:r>
            <a:endParaRPr/>
          </a:p>
        </p:txBody>
      </p:sp>
      <p:sp>
        <p:nvSpPr>
          <p:cNvPr id="1036" name="Google Shape;1036;p33"/>
          <p:cNvSpPr txBox="1"/>
          <p:nvPr>
            <p:ph idx="13" type="subTitle"/>
          </p:nvPr>
        </p:nvSpPr>
        <p:spPr>
          <a:xfrm>
            <a:off x="1740674" y="1907989"/>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t>
            </a:r>
            <a:r>
              <a:rPr baseline="30000" lang="en"/>
              <a:t>2</a:t>
            </a:r>
            <a:r>
              <a:rPr lang="en"/>
              <a:t>:</a:t>
            </a:r>
            <a:endParaRPr/>
          </a:p>
        </p:txBody>
      </p:sp>
      <p:sp>
        <p:nvSpPr>
          <p:cNvPr id="1037" name="Google Shape;1037;p33"/>
          <p:cNvSpPr txBox="1"/>
          <p:nvPr>
            <p:ph idx="14" type="subTitle"/>
          </p:nvPr>
        </p:nvSpPr>
        <p:spPr>
          <a:xfrm>
            <a:off x="1740674" y="3924236"/>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Prediction Performance</a:t>
            </a:r>
            <a:endParaRPr/>
          </a:p>
        </p:txBody>
      </p:sp>
      <p:sp>
        <p:nvSpPr>
          <p:cNvPr id="1038" name="Google Shape;1038;p33"/>
          <p:cNvSpPr/>
          <p:nvPr/>
        </p:nvSpPr>
        <p:spPr>
          <a:xfrm>
            <a:off x="113525" y="10055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039" name="Google Shape;1039;p33"/>
          <p:cNvGrpSpPr/>
          <p:nvPr/>
        </p:nvGrpSpPr>
        <p:grpSpPr>
          <a:xfrm rot="623552">
            <a:off x="8340734" y="1156407"/>
            <a:ext cx="681913" cy="516156"/>
            <a:chOff x="7803360" y="4187880"/>
            <a:chExt cx="430560" cy="304920"/>
          </a:xfrm>
        </p:grpSpPr>
        <p:sp>
          <p:nvSpPr>
            <p:cNvPr id="1040" name="Google Shape;1040;p33"/>
            <p:cNvSpPr/>
            <p:nvPr/>
          </p:nvSpPr>
          <p:spPr>
            <a:xfrm>
              <a:off x="7830720" y="4194000"/>
              <a:ext cx="375840" cy="246240"/>
            </a:xfrm>
            <a:custGeom>
              <a:rect b="b" l="l" r="r" t="t"/>
              <a:pathLst>
                <a:path extrusionOk="0" h="684" w="1044">
                  <a:moveTo>
                    <a:pt x="0" y="684"/>
                  </a:moveTo>
                  <a:lnTo>
                    <a:pt x="0" y="78"/>
                  </a:lnTo>
                  <a:cubicBezTo>
                    <a:pt x="0" y="35"/>
                    <a:pt x="34" y="0"/>
                    <a:pt x="77" y="0"/>
                  </a:cubicBezTo>
                  <a:lnTo>
                    <a:pt x="967" y="0"/>
                  </a:lnTo>
                  <a:cubicBezTo>
                    <a:pt x="1009" y="0"/>
                    <a:pt x="1044" y="35"/>
                    <a:pt x="1044" y="78"/>
                  </a:cubicBezTo>
                  <a:lnTo>
                    <a:pt x="1044" y="684"/>
                  </a:lnTo>
                  <a:lnTo>
                    <a:pt x="0" y="684"/>
                  </a:ln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1" name="Google Shape;1041;p33"/>
            <p:cNvSpPr/>
            <p:nvPr/>
          </p:nvSpPr>
          <p:spPr>
            <a:xfrm>
              <a:off x="7858440" y="4222080"/>
              <a:ext cx="320400" cy="208800"/>
            </a:xfrm>
            <a:custGeom>
              <a:rect b="b" l="l" r="r" t="t"/>
              <a:pathLst>
                <a:path extrusionOk="0" h="580" w="890">
                  <a:moveTo>
                    <a:pt x="890" y="566"/>
                  </a:moveTo>
                  <a:lnTo>
                    <a:pt x="890" y="14"/>
                  </a:lnTo>
                  <a:cubicBezTo>
                    <a:pt x="890" y="6"/>
                    <a:pt x="883" y="0"/>
                    <a:pt x="876" y="0"/>
                  </a:cubicBezTo>
                  <a:lnTo>
                    <a:pt x="14" y="0"/>
                  </a:lnTo>
                  <a:cubicBezTo>
                    <a:pt x="6" y="0"/>
                    <a:pt x="0" y="6"/>
                    <a:pt x="0" y="14"/>
                  </a:cubicBezTo>
                  <a:lnTo>
                    <a:pt x="0" y="566"/>
                  </a:lnTo>
                  <a:cubicBezTo>
                    <a:pt x="0" y="574"/>
                    <a:pt x="6" y="580"/>
                    <a:pt x="14" y="580"/>
                  </a:cubicBezTo>
                  <a:lnTo>
                    <a:pt x="876" y="580"/>
                  </a:lnTo>
                  <a:cubicBezTo>
                    <a:pt x="883" y="580"/>
                    <a:pt x="890" y="574"/>
                    <a:pt x="890" y="566"/>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2" name="Google Shape;1042;p33"/>
            <p:cNvSpPr/>
            <p:nvPr/>
          </p:nvSpPr>
          <p:spPr>
            <a:xfrm>
              <a:off x="7900200" y="4312440"/>
              <a:ext cx="27720" cy="28080"/>
            </a:xfrm>
            <a:custGeom>
              <a:rect b="b" l="l" r="r" t="t"/>
              <a:pathLst>
                <a:path extrusionOk="0" h="78" w="77">
                  <a:moveTo>
                    <a:pt x="77" y="39"/>
                  </a:moveTo>
                  <a:cubicBezTo>
                    <a:pt x="77" y="60"/>
                    <a:pt x="60" y="78"/>
                    <a:pt x="39" y="78"/>
                  </a:cubicBezTo>
                  <a:cubicBezTo>
                    <a:pt x="17" y="78"/>
                    <a:pt x="0" y="60"/>
                    <a:pt x="0" y="39"/>
                  </a:cubicBezTo>
                  <a:cubicBezTo>
                    <a:pt x="0" y="18"/>
                    <a:pt x="17" y="0"/>
                    <a:pt x="39" y="0"/>
                  </a:cubicBezTo>
                  <a:cubicBezTo>
                    <a:pt x="60" y="0"/>
                    <a:pt x="77" y="18"/>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3" name="Google Shape;1043;p33"/>
            <p:cNvSpPr/>
            <p:nvPr/>
          </p:nvSpPr>
          <p:spPr>
            <a:xfrm>
              <a:off x="7969680" y="4354200"/>
              <a:ext cx="28080" cy="28080"/>
            </a:xfrm>
            <a:custGeom>
              <a:rect b="b" l="l" r="r" t="t"/>
              <a:pathLst>
                <a:path extrusionOk="0" h="78" w="78">
                  <a:moveTo>
                    <a:pt x="78" y="39"/>
                  </a:moveTo>
                  <a:cubicBezTo>
                    <a:pt x="78" y="60"/>
                    <a:pt x="60" y="78"/>
                    <a:pt x="39" y="78"/>
                  </a:cubicBezTo>
                  <a:cubicBezTo>
                    <a:pt x="18" y="78"/>
                    <a:pt x="0" y="60"/>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4" name="Google Shape;1044;p33"/>
            <p:cNvSpPr/>
            <p:nvPr/>
          </p:nvSpPr>
          <p:spPr>
            <a:xfrm>
              <a:off x="8039520" y="4284720"/>
              <a:ext cx="27720" cy="27720"/>
            </a:xfrm>
            <a:custGeom>
              <a:rect b="b" l="l" r="r" t="t"/>
              <a:pathLst>
                <a:path extrusionOk="0" h="77" w="77">
                  <a:moveTo>
                    <a:pt x="77" y="39"/>
                  </a:moveTo>
                  <a:cubicBezTo>
                    <a:pt x="77" y="60"/>
                    <a:pt x="60" y="77"/>
                    <a:pt x="38" y="77"/>
                  </a:cubicBezTo>
                  <a:cubicBezTo>
                    <a:pt x="17" y="77"/>
                    <a:pt x="0" y="60"/>
                    <a:pt x="0" y="39"/>
                  </a:cubicBezTo>
                  <a:cubicBezTo>
                    <a:pt x="0" y="17"/>
                    <a:pt x="17" y="0"/>
                    <a:pt x="38" y="0"/>
                  </a:cubicBezTo>
                  <a:cubicBezTo>
                    <a:pt x="60" y="0"/>
                    <a:pt x="77" y="17"/>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5" name="Google Shape;1045;p33"/>
            <p:cNvSpPr/>
            <p:nvPr/>
          </p:nvSpPr>
          <p:spPr>
            <a:xfrm>
              <a:off x="8109000" y="4256640"/>
              <a:ext cx="28080" cy="28080"/>
            </a:xfrm>
            <a:custGeom>
              <a:rect b="b" l="l" r="r" t="t"/>
              <a:pathLst>
                <a:path extrusionOk="0" h="78" w="78">
                  <a:moveTo>
                    <a:pt x="78" y="39"/>
                  </a:moveTo>
                  <a:cubicBezTo>
                    <a:pt x="78" y="61"/>
                    <a:pt x="60" y="78"/>
                    <a:pt x="39" y="78"/>
                  </a:cubicBezTo>
                  <a:cubicBezTo>
                    <a:pt x="18" y="78"/>
                    <a:pt x="0" y="61"/>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6" name="Google Shape;1046;p33"/>
            <p:cNvSpPr/>
            <p:nvPr/>
          </p:nvSpPr>
          <p:spPr>
            <a:xfrm>
              <a:off x="7809480" y="4430880"/>
              <a:ext cx="417960" cy="55800"/>
            </a:xfrm>
            <a:custGeom>
              <a:rect b="b" l="l" r="r" t="t"/>
              <a:pathLst>
                <a:path extrusionOk="0" h="155" w="1161">
                  <a:moveTo>
                    <a:pt x="1161" y="14"/>
                  </a:moveTo>
                  <a:lnTo>
                    <a:pt x="1161" y="77"/>
                  </a:lnTo>
                  <a:cubicBezTo>
                    <a:pt x="1161" y="120"/>
                    <a:pt x="1126" y="155"/>
                    <a:pt x="1084" y="155"/>
                  </a:cubicBezTo>
                  <a:lnTo>
                    <a:pt x="78" y="155"/>
                  </a:lnTo>
                  <a:cubicBezTo>
                    <a:pt x="35" y="155"/>
                    <a:pt x="0" y="120"/>
                    <a:pt x="0" y="77"/>
                  </a:cubicBezTo>
                  <a:lnTo>
                    <a:pt x="0" y="14"/>
                  </a:lnTo>
                  <a:cubicBezTo>
                    <a:pt x="0" y="6"/>
                    <a:pt x="7" y="0"/>
                    <a:pt x="14" y="0"/>
                  </a:cubicBezTo>
                  <a:lnTo>
                    <a:pt x="1147" y="0"/>
                  </a:lnTo>
                  <a:cubicBezTo>
                    <a:pt x="1155" y="0"/>
                    <a:pt x="1161" y="6"/>
                    <a:pt x="1161" y="14"/>
                  </a:cubicBezTo>
                  <a:close/>
                </a:path>
              </a:pathLst>
            </a:custGeom>
            <a:solidFill>
              <a:srgbClr val="008F95"/>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7" name="Google Shape;1047;p33"/>
            <p:cNvSpPr/>
            <p:nvPr/>
          </p:nvSpPr>
          <p:spPr>
            <a:xfrm>
              <a:off x="7971480" y="4430880"/>
              <a:ext cx="94680" cy="27720"/>
            </a:xfrm>
            <a:custGeom>
              <a:rect b="b" l="l" r="r" t="t"/>
              <a:pathLst>
                <a:path extrusionOk="0" h="77" w="263">
                  <a:moveTo>
                    <a:pt x="0" y="17"/>
                  </a:moveTo>
                  <a:lnTo>
                    <a:pt x="12" y="67"/>
                  </a:lnTo>
                  <a:cubicBezTo>
                    <a:pt x="14" y="73"/>
                    <a:pt x="19" y="77"/>
                    <a:pt x="26" y="77"/>
                  </a:cubicBezTo>
                  <a:lnTo>
                    <a:pt x="236" y="77"/>
                  </a:lnTo>
                  <a:cubicBezTo>
                    <a:pt x="242" y="77"/>
                    <a:pt x="248" y="73"/>
                    <a:pt x="249" y="67"/>
                  </a:cubicBezTo>
                  <a:lnTo>
                    <a:pt x="262" y="17"/>
                  </a:lnTo>
                  <a:cubicBezTo>
                    <a:pt x="264" y="9"/>
                    <a:pt x="257" y="0"/>
                    <a:pt x="248" y="0"/>
                  </a:cubicBezTo>
                  <a:lnTo>
                    <a:pt x="13" y="0"/>
                  </a:lnTo>
                  <a:cubicBezTo>
                    <a:pt x="4" y="0"/>
                    <a:pt x="-3" y="9"/>
                    <a:pt x="0" y="1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48" name="Google Shape;1048;p33"/>
            <p:cNvSpPr/>
            <p:nvPr/>
          </p:nvSpPr>
          <p:spPr>
            <a:xfrm>
              <a:off x="7803360" y="4187880"/>
              <a:ext cx="430560" cy="304920"/>
            </a:xfrm>
            <a:custGeom>
              <a:rect b="b" l="l" r="r" t="t"/>
              <a:pathLst>
                <a:path extrusionOk="0" h="847" w="1196">
                  <a:moveTo>
                    <a:pt x="700" y="735"/>
                  </a:moveTo>
                  <a:lnTo>
                    <a:pt x="495" y="735"/>
                  </a:lnTo>
                  <a:lnTo>
                    <a:pt x="485" y="693"/>
                  </a:lnTo>
                  <a:lnTo>
                    <a:pt x="711" y="693"/>
                  </a:lnTo>
                  <a:lnTo>
                    <a:pt x="700" y="735"/>
                  </a:lnTo>
                  <a:moveTo>
                    <a:pt x="170" y="112"/>
                  </a:moveTo>
                  <a:lnTo>
                    <a:pt x="1025" y="112"/>
                  </a:lnTo>
                  <a:lnTo>
                    <a:pt x="1025" y="658"/>
                  </a:lnTo>
                  <a:lnTo>
                    <a:pt x="170" y="658"/>
                  </a:lnTo>
                  <a:lnTo>
                    <a:pt x="170" y="112"/>
                  </a:lnTo>
                  <a:moveTo>
                    <a:pt x="93" y="95"/>
                  </a:moveTo>
                  <a:cubicBezTo>
                    <a:pt x="93" y="62"/>
                    <a:pt x="120" y="35"/>
                    <a:pt x="153" y="35"/>
                  </a:cubicBezTo>
                  <a:lnTo>
                    <a:pt x="1043" y="35"/>
                  </a:lnTo>
                  <a:cubicBezTo>
                    <a:pt x="1076" y="35"/>
                    <a:pt x="1103" y="62"/>
                    <a:pt x="1103" y="95"/>
                  </a:cubicBezTo>
                  <a:lnTo>
                    <a:pt x="1103" y="658"/>
                  </a:lnTo>
                  <a:lnTo>
                    <a:pt x="1060" y="658"/>
                  </a:lnTo>
                  <a:lnTo>
                    <a:pt x="1060" y="95"/>
                  </a:lnTo>
                  <a:cubicBezTo>
                    <a:pt x="1060" y="85"/>
                    <a:pt x="1052" y="77"/>
                    <a:pt x="1043" y="77"/>
                  </a:cubicBezTo>
                  <a:lnTo>
                    <a:pt x="153" y="77"/>
                  </a:lnTo>
                  <a:cubicBezTo>
                    <a:pt x="143" y="77"/>
                    <a:pt x="135" y="85"/>
                    <a:pt x="135" y="95"/>
                  </a:cubicBezTo>
                  <a:lnTo>
                    <a:pt x="135" y="658"/>
                  </a:lnTo>
                  <a:lnTo>
                    <a:pt x="93" y="658"/>
                  </a:lnTo>
                  <a:lnTo>
                    <a:pt x="93" y="95"/>
                  </a:lnTo>
                  <a:moveTo>
                    <a:pt x="1178" y="658"/>
                  </a:moveTo>
                  <a:lnTo>
                    <a:pt x="1138" y="658"/>
                  </a:lnTo>
                  <a:lnTo>
                    <a:pt x="1138" y="95"/>
                  </a:lnTo>
                  <a:cubicBezTo>
                    <a:pt x="1138" y="42"/>
                    <a:pt x="1095" y="0"/>
                    <a:pt x="1043" y="0"/>
                  </a:cubicBezTo>
                  <a:lnTo>
                    <a:pt x="153" y="0"/>
                  </a:lnTo>
                  <a:cubicBezTo>
                    <a:pt x="101" y="0"/>
                    <a:pt x="58" y="42"/>
                    <a:pt x="58" y="95"/>
                  </a:cubicBezTo>
                  <a:lnTo>
                    <a:pt x="58" y="658"/>
                  </a:lnTo>
                  <a:lnTo>
                    <a:pt x="17" y="658"/>
                  </a:lnTo>
                  <a:cubicBezTo>
                    <a:pt x="8" y="658"/>
                    <a:pt x="0" y="665"/>
                    <a:pt x="0" y="675"/>
                  </a:cubicBezTo>
                  <a:lnTo>
                    <a:pt x="0" y="752"/>
                  </a:lnTo>
                  <a:cubicBezTo>
                    <a:pt x="0" y="805"/>
                    <a:pt x="43" y="847"/>
                    <a:pt x="95" y="847"/>
                  </a:cubicBezTo>
                  <a:lnTo>
                    <a:pt x="157" y="847"/>
                  </a:lnTo>
                  <a:cubicBezTo>
                    <a:pt x="166" y="847"/>
                    <a:pt x="174" y="840"/>
                    <a:pt x="174" y="830"/>
                  </a:cubicBezTo>
                  <a:cubicBezTo>
                    <a:pt x="174" y="820"/>
                    <a:pt x="166" y="812"/>
                    <a:pt x="157" y="812"/>
                  </a:cubicBezTo>
                  <a:lnTo>
                    <a:pt x="95" y="812"/>
                  </a:lnTo>
                  <a:cubicBezTo>
                    <a:pt x="62" y="812"/>
                    <a:pt x="35" y="785"/>
                    <a:pt x="35" y="752"/>
                  </a:cubicBezTo>
                  <a:lnTo>
                    <a:pt x="35" y="693"/>
                  </a:lnTo>
                  <a:lnTo>
                    <a:pt x="75" y="693"/>
                  </a:lnTo>
                  <a:lnTo>
                    <a:pt x="76" y="693"/>
                  </a:lnTo>
                  <a:lnTo>
                    <a:pt x="76" y="693"/>
                  </a:lnTo>
                  <a:lnTo>
                    <a:pt x="153" y="693"/>
                  </a:lnTo>
                  <a:lnTo>
                    <a:pt x="153" y="693"/>
                  </a:lnTo>
                  <a:lnTo>
                    <a:pt x="153" y="693"/>
                  </a:lnTo>
                  <a:lnTo>
                    <a:pt x="449" y="693"/>
                  </a:lnTo>
                  <a:lnTo>
                    <a:pt x="465" y="757"/>
                  </a:lnTo>
                  <a:cubicBezTo>
                    <a:pt x="467" y="765"/>
                    <a:pt x="474" y="770"/>
                    <a:pt x="482" y="770"/>
                  </a:cubicBezTo>
                  <a:lnTo>
                    <a:pt x="714" y="770"/>
                  </a:lnTo>
                  <a:cubicBezTo>
                    <a:pt x="722" y="770"/>
                    <a:pt x="729" y="765"/>
                    <a:pt x="731" y="757"/>
                  </a:cubicBezTo>
                  <a:lnTo>
                    <a:pt x="747" y="693"/>
                  </a:lnTo>
                  <a:lnTo>
                    <a:pt x="1043" y="693"/>
                  </a:lnTo>
                  <a:lnTo>
                    <a:pt x="1043" y="693"/>
                  </a:lnTo>
                  <a:lnTo>
                    <a:pt x="1043" y="693"/>
                  </a:lnTo>
                  <a:lnTo>
                    <a:pt x="1120" y="693"/>
                  </a:lnTo>
                  <a:lnTo>
                    <a:pt x="1120" y="693"/>
                  </a:lnTo>
                  <a:lnTo>
                    <a:pt x="1120" y="693"/>
                  </a:lnTo>
                  <a:lnTo>
                    <a:pt x="1161" y="693"/>
                  </a:lnTo>
                  <a:lnTo>
                    <a:pt x="1161" y="752"/>
                  </a:lnTo>
                  <a:cubicBezTo>
                    <a:pt x="1161" y="785"/>
                    <a:pt x="1134" y="812"/>
                    <a:pt x="1101" y="812"/>
                  </a:cubicBezTo>
                  <a:lnTo>
                    <a:pt x="227" y="812"/>
                  </a:lnTo>
                  <a:cubicBezTo>
                    <a:pt x="217" y="812"/>
                    <a:pt x="209" y="820"/>
                    <a:pt x="209" y="830"/>
                  </a:cubicBezTo>
                  <a:cubicBezTo>
                    <a:pt x="209" y="840"/>
                    <a:pt x="217" y="847"/>
                    <a:pt x="227" y="847"/>
                  </a:cubicBezTo>
                  <a:lnTo>
                    <a:pt x="1101" y="847"/>
                  </a:lnTo>
                  <a:cubicBezTo>
                    <a:pt x="1153" y="847"/>
                    <a:pt x="1196" y="805"/>
                    <a:pt x="1196" y="752"/>
                  </a:cubicBezTo>
                  <a:lnTo>
                    <a:pt x="1196" y="675"/>
                  </a:lnTo>
                  <a:cubicBezTo>
                    <a:pt x="1196" y="665"/>
                    <a:pt x="1188" y="658"/>
                    <a:pt x="1178" y="65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49" name="Google Shape;1049;p33"/>
            <p:cNvSpPr/>
            <p:nvPr/>
          </p:nvSpPr>
          <p:spPr>
            <a:xfrm>
              <a:off x="7893720" y="4250520"/>
              <a:ext cx="249480" cy="137880"/>
            </a:xfrm>
            <a:custGeom>
              <a:rect b="b" l="l" r="r" t="t"/>
              <a:pathLst>
                <a:path extrusionOk="0" h="383" w="693">
                  <a:moveTo>
                    <a:pt x="637" y="35"/>
                  </a:moveTo>
                  <a:cubicBezTo>
                    <a:pt x="649" y="35"/>
                    <a:pt x="658" y="45"/>
                    <a:pt x="658" y="56"/>
                  </a:cubicBezTo>
                  <a:cubicBezTo>
                    <a:pt x="658" y="68"/>
                    <a:pt x="649" y="77"/>
                    <a:pt x="637" y="77"/>
                  </a:cubicBezTo>
                  <a:cubicBezTo>
                    <a:pt x="625" y="77"/>
                    <a:pt x="616" y="68"/>
                    <a:pt x="616" y="56"/>
                  </a:cubicBezTo>
                  <a:cubicBezTo>
                    <a:pt x="616" y="45"/>
                    <a:pt x="625" y="35"/>
                    <a:pt x="637" y="35"/>
                  </a:cubicBezTo>
                  <a:moveTo>
                    <a:pt x="443" y="155"/>
                  </a:moveTo>
                  <a:cubicBezTo>
                    <a:pt x="432" y="155"/>
                    <a:pt x="422" y="145"/>
                    <a:pt x="422" y="134"/>
                  </a:cubicBezTo>
                  <a:cubicBezTo>
                    <a:pt x="422" y="122"/>
                    <a:pt x="432" y="112"/>
                    <a:pt x="443" y="112"/>
                  </a:cubicBezTo>
                  <a:cubicBezTo>
                    <a:pt x="455" y="112"/>
                    <a:pt x="465" y="122"/>
                    <a:pt x="465" y="134"/>
                  </a:cubicBezTo>
                  <a:cubicBezTo>
                    <a:pt x="465" y="145"/>
                    <a:pt x="455" y="155"/>
                    <a:pt x="443" y="155"/>
                  </a:cubicBezTo>
                  <a:moveTo>
                    <a:pt x="250" y="348"/>
                  </a:moveTo>
                  <a:cubicBezTo>
                    <a:pt x="238" y="348"/>
                    <a:pt x="229" y="339"/>
                    <a:pt x="229" y="327"/>
                  </a:cubicBezTo>
                  <a:cubicBezTo>
                    <a:pt x="229" y="315"/>
                    <a:pt x="238" y="306"/>
                    <a:pt x="250" y="306"/>
                  </a:cubicBezTo>
                  <a:cubicBezTo>
                    <a:pt x="262" y="306"/>
                    <a:pt x="271" y="315"/>
                    <a:pt x="271" y="327"/>
                  </a:cubicBezTo>
                  <a:cubicBezTo>
                    <a:pt x="271" y="339"/>
                    <a:pt x="262" y="348"/>
                    <a:pt x="250" y="348"/>
                  </a:cubicBezTo>
                  <a:moveTo>
                    <a:pt x="57" y="232"/>
                  </a:moveTo>
                  <a:cubicBezTo>
                    <a:pt x="45" y="232"/>
                    <a:pt x="35" y="223"/>
                    <a:pt x="35" y="211"/>
                  </a:cubicBezTo>
                  <a:cubicBezTo>
                    <a:pt x="35" y="199"/>
                    <a:pt x="45" y="190"/>
                    <a:pt x="57" y="190"/>
                  </a:cubicBezTo>
                  <a:cubicBezTo>
                    <a:pt x="68" y="190"/>
                    <a:pt x="78" y="199"/>
                    <a:pt x="78" y="211"/>
                  </a:cubicBezTo>
                  <a:cubicBezTo>
                    <a:pt x="78" y="223"/>
                    <a:pt x="68" y="232"/>
                    <a:pt x="57" y="232"/>
                  </a:cubicBezTo>
                  <a:moveTo>
                    <a:pt x="637" y="112"/>
                  </a:moveTo>
                  <a:cubicBezTo>
                    <a:pt x="668" y="112"/>
                    <a:pt x="693" y="87"/>
                    <a:pt x="693" y="56"/>
                  </a:cubicBezTo>
                  <a:cubicBezTo>
                    <a:pt x="693" y="25"/>
                    <a:pt x="668" y="0"/>
                    <a:pt x="637" y="0"/>
                  </a:cubicBezTo>
                  <a:cubicBezTo>
                    <a:pt x="606" y="0"/>
                    <a:pt x="581" y="25"/>
                    <a:pt x="581" y="56"/>
                  </a:cubicBezTo>
                  <a:cubicBezTo>
                    <a:pt x="581" y="57"/>
                    <a:pt x="581" y="57"/>
                    <a:pt x="581" y="58"/>
                  </a:cubicBezTo>
                  <a:lnTo>
                    <a:pt x="488" y="99"/>
                  </a:lnTo>
                  <a:cubicBezTo>
                    <a:pt x="477" y="86"/>
                    <a:pt x="461" y="77"/>
                    <a:pt x="443" y="77"/>
                  </a:cubicBezTo>
                  <a:cubicBezTo>
                    <a:pt x="412" y="77"/>
                    <a:pt x="387" y="103"/>
                    <a:pt x="387" y="134"/>
                  </a:cubicBezTo>
                  <a:cubicBezTo>
                    <a:pt x="387" y="142"/>
                    <a:pt x="389" y="149"/>
                    <a:pt x="392" y="156"/>
                  </a:cubicBezTo>
                  <a:lnTo>
                    <a:pt x="278" y="278"/>
                  </a:lnTo>
                  <a:cubicBezTo>
                    <a:pt x="270" y="274"/>
                    <a:pt x="260" y="271"/>
                    <a:pt x="250" y="271"/>
                  </a:cubicBezTo>
                  <a:cubicBezTo>
                    <a:pt x="235" y="271"/>
                    <a:pt x="222" y="277"/>
                    <a:pt x="212" y="286"/>
                  </a:cubicBezTo>
                  <a:lnTo>
                    <a:pt x="112" y="221"/>
                  </a:lnTo>
                  <a:cubicBezTo>
                    <a:pt x="113" y="218"/>
                    <a:pt x="113" y="214"/>
                    <a:pt x="113" y="211"/>
                  </a:cubicBezTo>
                  <a:cubicBezTo>
                    <a:pt x="113" y="180"/>
                    <a:pt x="88" y="155"/>
                    <a:pt x="57" y="155"/>
                  </a:cubicBezTo>
                  <a:cubicBezTo>
                    <a:pt x="26" y="155"/>
                    <a:pt x="0" y="180"/>
                    <a:pt x="0" y="211"/>
                  </a:cubicBezTo>
                  <a:cubicBezTo>
                    <a:pt x="0" y="242"/>
                    <a:pt x="26" y="267"/>
                    <a:pt x="57" y="267"/>
                  </a:cubicBezTo>
                  <a:cubicBezTo>
                    <a:pt x="72" y="267"/>
                    <a:pt x="85" y="261"/>
                    <a:pt x="95" y="252"/>
                  </a:cubicBezTo>
                  <a:lnTo>
                    <a:pt x="195" y="317"/>
                  </a:lnTo>
                  <a:cubicBezTo>
                    <a:pt x="194" y="320"/>
                    <a:pt x="194" y="324"/>
                    <a:pt x="194" y="327"/>
                  </a:cubicBezTo>
                  <a:cubicBezTo>
                    <a:pt x="194" y="358"/>
                    <a:pt x="219" y="383"/>
                    <a:pt x="250" y="383"/>
                  </a:cubicBezTo>
                  <a:cubicBezTo>
                    <a:pt x="281" y="383"/>
                    <a:pt x="306" y="358"/>
                    <a:pt x="306" y="327"/>
                  </a:cubicBezTo>
                  <a:cubicBezTo>
                    <a:pt x="306" y="319"/>
                    <a:pt x="305" y="311"/>
                    <a:pt x="302" y="305"/>
                  </a:cubicBezTo>
                  <a:lnTo>
                    <a:pt x="415" y="182"/>
                  </a:lnTo>
                  <a:cubicBezTo>
                    <a:pt x="424" y="187"/>
                    <a:pt x="433" y="190"/>
                    <a:pt x="443" y="190"/>
                  </a:cubicBezTo>
                  <a:cubicBezTo>
                    <a:pt x="474" y="190"/>
                    <a:pt x="500" y="165"/>
                    <a:pt x="500" y="134"/>
                  </a:cubicBezTo>
                  <a:cubicBezTo>
                    <a:pt x="500" y="133"/>
                    <a:pt x="500" y="132"/>
                    <a:pt x="500" y="132"/>
                  </a:cubicBezTo>
                  <a:lnTo>
                    <a:pt x="593" y="91"/>
                  </a:lnTo>
                  <a:cubicBezTo>
                    <a:pt x="603" y="104"/>
                    <a:pt x="619" y="112"/>
                    <a:pt x="637" y="11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50" name="Google Shape;1050;p33"/>
            <p:cNvSpPr/>
            <p:nvPr/>
          </p:nvSpPr>
          <p:spPr>
            <a:xfrm>
              <a:off x="8109360" y="4361400"/>
              <a:ext cx="40680" cy="41040"/>
            </a:xfrm>
            <a:custGeom>
              <a:rect b="b" l="l" r="r" t="t"/>
              <a:pathLst>
                <a:path extrusionOk="0" h="114" w="113">
                  <a:moveTo>
                    <a:pt x="78" y="79"/>
                  </a:moveTo>
                  <a:lnTo>
                    <a:pt x="35" y="79"/>
                  </a:lnTo>
                  <a:lnTo>
                    <a:pt x="35" y="35"/>
                  </a:lnTo>
                  <a:lnTo>
                    <a:pt x="78" y="35"/>
                  </a:lnTo>
                  <a:lnTo>
                    <a:pt x="78" y="79"/>
                  </a:lnTo>
                  <a:moveTo>
                    <a:pt x="96" y="0"/>
                  </a:moveTo>
                  <a:lnTo>
                    <a:pt x="17" y="0"/>
                  </a:lnTo>
                  <a:cubicBezTo>
                    <a:pt x="8" y="0"/>
                    <a:pt x="0" y="8"/>
                    <a:pt x="0" y="18"/>
                  </a:cubicBezTo>
                  <a:lnTo>
                    <a:pt x="0" y="96"/>
                  </a:lnTo>
                  <a:cubicBezTo>
                    <a:pt x="0" y="106"/>
                    <a:pt x="8" y="114"/>
                    <a:pt x="17" y="114"/>
                  </a:cubicBezTo>
                  <a:lnTo>
                    <a:pt x="96" y="114"/>
                  </a:lnTo>
                  <a:cubicBezTo>
                    <a:pt x="106" y="114"/>
                    <a:pt x="113" y="106"/>
                    <a:pt x="113" y="96"/>
                  </a:cubicBezTo>
                  <a:lnTo>
                    <a:pt x="113" y="18"/>
                  </a:lnTo>
                  <a:cubicBezTo>
                    <a:pt x="113" y="8"/>
                    <a:pt x="106" y="0"/>
                    <a:pt x="96"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51" name="Google Shape;1051;p33"/>
            <p:cNvSpPr/>
            <p:nvPr/>
          </p:nvSpPr>
          <p:spPr>
            <a:xfrm>
              <a:off x="8053920" y="4389840"/>
              <a:ext cx="40680" cy="12600"/>
            </a:xfrm>
            <a:custGeom>
              <a:rect b="b" l="l" r="r" t="t"/>
              <a:pathLst>
                <a:path extrusionOk="0" h="35" w="113">
                  <a:moveTo>
                    <a:pt x="95" y="0"/>
                  </a:moveTo>
                  <a:lnTo>
                    <a:pt x="18" y="0"/>
                  </a:lnTo>
                  <a:cubicBezTo>
                    <a:pt x="8" y="0"/>
                    <a:pt x="0" y="8"/>
                    <a:pt x="0" y="17"/>
                  </a:cubicBezTo>
                  <a:cubicBezTo>
                    <a:pt x="0" y="27"/>
                    <a:pt x="8" y="35"/>
                    <a:pt x="18" y="35"/>
                  </a:cubicBezTo>
                  <a:lnTo>
                    <a:pt x="95" y="35"/>
                  </a:lnTo>
                  <a:cubicBezTo>
                    <a:pt x="105" y="35"/>
                    <a:pt x="113" y="27"/>
                    <a:pt x="113" y="17"/>
                  </a:cubicBezTo>
                  <a:cubicBezTo>
                    <a:pt x="113" y="8"/>
                    <a:pt x="105" y="0"/>
                    <a:pt x="9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052" name="Google Shape;1052;p33"/>
          <p:cNvSpPr txBox="1"/>
          <p:nvPr/>
        </p:nvSpPr>
        <p:spPr>
          <a:xfrm>
            <a:off x="1808925" y="1800638"/>
            <a:ext cx="5679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Y= 7.66 + 0.289x</a:t>
            </a:r>
            <a:r>
              <a:rPr baseline="-25000" lang="en" sz="1100">
                <a:solidFill>
                  <a:schemeClr val="dk1"/>
                </a:solidFill>
                <a:latin typeface="Lato"/>
                <a:ea typeface="Lato"/>
                <a:cs typeface="Lato"/>
                <a:sym typeface="Lato"/>
              </a:rPr>
              <a:t>1</a:t>
            </a:r>
            <a:r>
              <a:rPr lang="en" sz="1100">
                <a:solidFill>
                  <a:schemeClr val="dk1"/>
                </a:solidFill>
                <a:latin typeface="Lato"/>
                <a:ea typeface="Lato"/>
                <a:cs typeface="Lato"/>
                <a:sym typeface="Lato"/>
              </a:rPr>
              <a:t>+ 0.447x</a:t>
            </a:r>
            <a:r>
              <a:rPr baseline="-25000" lang="en" sz="1100">
                <a:solidFill>
                  <a:schemeClr val="dk1"/>
                </a:solidFill>
                <a:latin typeface="Lato"/>
                <a:ea typeface="Lato"/>
                <a:cs typeface="Lato"/>
                <a:sym typeface="Lato"/>
              </a:rPr>
              <a:t>2</a:t>
            </a:r>
            <a:r>
              <a:rPr lang="en" sz="1100">
                <a:solidFill>
                  <a:schemeClr val="dk1"/>
                </a:solidFill>
                <a:latin typeface="Lato"/>
                <a:ea typeface="Lato"/>
                <a:cs typeface="Lato"/>
                <a:sym typeface="Lato"/>
              </a:rPr>
              <a:t> - 1.541x</a:t>
            </a:r>
            <a:r>
              <a:rPr baseline="-25000" lang="en" sz="1100">
                <a:solidFill>
                  <a:schemeClr val="dk1"/>
                </a:solidFill>
                <a:latin typeface="Lato"/>
                <a:ea typeface="Lato"/>
                <a:cs typeface="Lato"/>
                <a:sym typeface="Lato"/>
              </a:rPr>
              <a:t>3</a:t>
            </a:r>
            <a:r>
              <a:rPr lang="en" sz="1100">
                <a:solidFill>
                  <a:schemeClr val="dk1"/>
                </a:solidFill>
                <a:latin typeface="Lato"/>
                <a:ea typeface="Lato"/>
                <a:cs typeface="Lato"/>
                <a:sym typeface="Lato"/>
              </a:rPr>
              <a:t>- 0.067</a:t>
            </a:r>
            <a:r>
              <a:rPr lang="en" sz="1100">
                <a:solidFill>
                  <a:schemeClr val="dk1"/>
                </a:solidFill>
                <a:latin typeface="Lato"/>
                <a:ea typeface="Lato"/>
                <a:cs typeface="Lato"/>
                <a:sym typeface="Lato"/>
              </a:rPr>
              <a:t>x</a:t>
            </a:r>
            <a:r>
              <a:rPr baseline="-25000" lang="en" sz="1100">
                <a:solidFill>
                  <a:schemeClr val="dk1"/>
                </a:solidFill>
                <a:latin typeface="Lato"/>
                <a:ea typeface="Lato"/>
                <a:cs typeface="Lato"/>
                <a:sym typeface="Lato"/>
              </a:rPr>
              <a:t>4</a:t>
            </a:r>
            <a:r>
              <a:rPr lang="en" sz="1100">
                <a:solidFill>
                  <a:schemeClr val="dk1"/>
                </a:solidFill>
                <a:latin typeface="Lato"/>
                <a:ea typeface="Lato"/>
                <a:cs typeface="Lato"/>
                <a:sym typeface="Lato"/>
              </a:rPr>
              <a:t> + 1.639x</a:t>
            </a:r>
            <a:r>
              <a:rPr baseline="-25000" lang="en" sz="1100">
                <a:solidFill>
                  <a:schemeClr val="dk1"/>
                </a:solidFill>
                <a:latin typeface="Lato"/>
                <a:ea typeface="Lato"/>
                <a:cs typeface="Lato"/>
                <a:sym typeface="Lato"/>
              </a:rPr>
              <a:t>5</a:t>
            </a:r>
            <a:r>
              <a:rPr lang="en" sz="1100">
                <a:solidFill>
                  <a:schemeClr val="dk1"/>
                </a:solidFill>
                <a:latin typeface="Lato"/>
                <a:ea typeface="Lato"/>
                <a:cs typeface="Lato"/>
                <a:sym typeface="Lato"/>
              </a:rPr>
              <a:t> + 0.884x</a:t>
            </a:r>
            <a:r>
              <a:rPr baseline="-25000" lang="en" sz="1100">
                <a:solidFill>
                  <a:schemeClr val="dk1"/>
                </a:solidFill>
                <a:latin typeface="Lato"/>
                <a:ea typeface="Lato"/>
                <a:cs typeface="Lato"/>
                <a:sym typeface="Lato"/>
              </a:rPr>
              <a:t>6</a:t>
            </a:r>
            <a:r>
              <a:rPr lang="en" sz="1100">
                <a:solidFill>
                  <a:schemeClr val="dk1"/>
                </a:solidFill>
                <a:latin typeface="Lato"/>
                <a:ea typeface="Lato"/>
                <a:cs typeface="Lato"/>
                <a:sym typeface="Lato"/>
              </a:rPr>
              <a:t>-</a:t>
            </a:r>
            <a:r>
              <a:rPr lang="en" sz="1100">
                <a:solidFill>
                  <a:schemeClr val="dk1"/>
                </a:solidFill>
                <a:latin typeface="Lato"/>
                <a:ea typeface="Lato"/>
                <a:cs typeface="Lato"/>
                <a:sym typeface="Lato"/>
              </a:rPr>
              <a:t> 1.585x</a:t>
            </a:r>
            <a:r>
              <a:rPr baseline="-25000" lang="en" sz="1100">
                <a:solidFill>
                  <a:schemeClr val="dk1"/>
                </a:solidFill>
                <a:latin typeface="Lato"/>
                <a:ea typeface="Lato"/>
                <a:cs typeface="Lato"/>
                <a:sym typeface="Lato"/>
              </a:rPr>
              <a:t>7</a:t>
            </a:r>
            <a:r>
              <a:rPr lang="en" sz="1100">
                <a:solidFill>
                  <a:schemeClr val="dk1"/>
                </a:solidFill>
                <a:latin typeface="Lato"/>
                <a:ea typeface="Lato"/>
                <a:cs typeface="Lato"/>
                <a:sym typeface="Lato"/>
              </a:rPr>
              <a:t> + 2.046x</a:t>
            </a:r>
            <a:r>
              <a:rPr baseline="-25000" lang="en" sz="1100">
                <a:solidFill>
                  <a:schemeClr val="dk1"/>
                </a:solidFill>
                <a:latin typeface="Lato"/>
                <a:ea typeface="Lato"/>
                <a:cs typeface="Lato"/>
                <a:sym typeface="Lato"/>
              </a:rPr>
              <a:t>8</a:t>
            </a:r>
            <a:endParaRPr/>
          </a:p>
        </p:txBody>
      </p:sp>
      <p:sp>
        <p:nvSpPr>
          <p:cNvPr id="1053" name="Google Shape;1053;p33"/>
          <p:cNvSpPr txBox="1"/>
          <p:nvPr/>
        </p:nvSpPr>
        <p:spPr>
          <a:xfrm>
            <a:off x="2168300" y="2222500"/>
            <a:ext cx="42249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29.85</a:t>
            </a:r>
            <a:r>
              <a:rPr lang="en" sz="1200">
                <a:solidFill>
                  <a:schemeClr val="dk1"/>
                </a:solidFill>
                <a:latin typeface="Lato"/>
                <a:ea typeface="Lato"/>
                <a:cs typeface="Lato"/>
                <a:sym typeface="Lato"/>
              </a:rPr>
              <a:t>% of the variation in the target variable is explained by the model.</a:t>
            </a:r>
            <a:endParaRPr sz="1200">
              <a:solidFill>
                <a:schemeClr val="dk1"/>
              </a:solidFill>
              <a:latin typeface="Lato"/>
              <a:ea typeface="Lato"/>
              <a:cs typeface="Lato"/>
              <a:sym typeface="Lato"/>
            </a:endParaRPr>
          </a:p>
        </p:txBody>
      </p:sp>
      <p:sp>
        <p:nvSpPr>
          <p:cNvPr id="1054" name="Google Shape;1054;p33"/>
          <p:cNvSpPr txBox="1"/>
          <p:nvPr/>
        </p:nvSpPr>
        <p:spPr>
          <a:xfrm>
            <a:off x="3662550" y="3923900"/>
            <a:ext cx="4768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25000" lang="en">
                <a:latin typeface="Lato"/>
                <a:ea typeface="Lato"/>
                <a:cs typeface="Lato"/>
                <a:sym typeface="Lato"/>
              </a:rPr>
              <a:t>T</a:t>
            </a:r>
            <a:r>
              <a:rPr baseline="-25000" lang="en">
                <a:latin typeface="Lato"/>
                <a:ea typeface="Lato"/>
                <a:cs typeface="Lato"/>
                <a:sym typeface="Lato"/>
              </a:rPr>
              <a:t>he model has moderate predictive power. The significant predictors are logically consistent with academic performance drivers like study time, academic failures, and educational aspirations.</a:t>
            </a:r>
            <a:endParaRPr>
              <a:latin typeface="Lato"/>
              <a:ea typeface="Lato"/>
              <a:cs typeface="Lato"/>
              <a:sym typeface="Lato"/>
            </a:endParaRPr>
          </a:p>
        </p:txBody>
      </p:sp>
      <p:sp>
        <p:nvSpPr>
          <p:cNvPr id="1055" name="Google Shape;1055;p33"/>
          <p:cNvSpPr/>
          <p:nvPr/>
        </p:nvSpPr>
        <p:spPr>
          <a:xfrm>
            <a:off x="6393200" y="2284275"/>
            <a:ext cx="387300" cy="1320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56" name="Google Shape;1056;p33"/>
          <p:cNvSpPr/>
          <p:nvPr/>
        </p:nvSpPr>
        <p:spPr>
          <a:xfrm>
            <a:off x="3051475" y="3055850"/>
            <a:ext cx="824100" cy="1320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057" name="Google Shape;1057;p33"/>
          <p:cNvPicPr preferRelativeResize="0"/>
          <p:nvPr/>
        </p:nvPicPr>
        <p:blipFill>
          <a:blip r:embed="rId3">
            <a:alphaModFix/>
          </a:blip>
          <a:stretch>
            <a:fillRect/>
          </a:stretch>
        </p:blipFill>
        <p:spPr>
          <a:xfrm>
            <a:off x="7144804" y="1468999"/>
            <a:ext cx="1285971" cy="1017325"/>
          </a:xfrm>
          <a:prstGeom prst="rect">
            <a:avLst/>
          </a:prstGeom>
          <a:noFill/>
          <a:ln>
            <a:noFill/>
          </a:ln>
        </p:spPr>
      </p:pic>
      <p:pic>
        <p:nvPicPr>
          <p:cNvPr id="1058" name="Google Shape;1058;p33"/>
          <p:cNvPicPr preferRelativeResize="0"/>
          <p:nvPr/>
        </p:nvPicPr>
        <p:blipFill>
          <a:blip r:embed="rId4">
            <a:alphaModFix/>
          </a:blip>
          <a:stretch>
            <a:fillRect/>
          </a:stretch>
        </p:blipFill>
        <p:spPr>
          <a:xfrm>
            <a:off x="4094200" y="2804202"/>
            <a:ext cx="4336650" cy="10644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34"/>
          <p:cNvSpPr txBox="1"/>
          <p:nvPr>
            <p:ph idx="15" type="title"/>
          </p:nvPr>
        </p:nvSpPr>
        <p:spPr>
          <a:xfrm>
            <a:off x="896750" y="7127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MLR: Backward Selection</a:t>
            </a:r>
            <a:endParaRPr/>
          </a:p>
        </p:txBody>
      </p:sp>
      <p:sp>
        <p:nvSpPr>
          <p:cNvPr id="1064" name="Google Shape;1064;p34"/>
          <p:cNvSpPr txBox="1"/>
          <p:nvPr>
            <p:ph idx="1" type="subTitle"/>
          </p:nvPr>
        </p:nvSpPr>
        <p:spPr>
          <a:xfrm>
            <a:off x="4927625" y="1514052"/>
            <a:ext cx="238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65" name="Google Shape;1065;p34"/>
          <p:cNvSpPr txBox="1"/>
          <p:nvPr>
            <p:ph type="title"/>
          </p:nvPr>
        </p:nvSpPr>
        <p:spPr>
          <a:xfrm>
            <a:off x="896761" y="1460396"/>
            <a:ext cx="7335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066" name="Google Shape;1066;p34"/>
          <p:cNvSpPr txBox="1"/>
          <p:nvPr>
            <p:ph idx="5" type="title"/>
          </p:nvPr>
        </p:nvSpPr>
        <p:spPr>
          <a:xfrm>
            <a:off x="897811" y="3157821"/>
            <a:ext cx="7314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067" name="Google Shape;1067;p34"/>
          <p:cNvSpPr txBox="1"/>
          <p:nvPr>
            <p:ph idx="6" type="title"/>
          </p:nvPr>
        </p:nvSpPr>
        <p:spPr>
          <a:xfrm>
            <a:off x="897801" y="2309720"/>
            <a:ext cx="731400" cy="446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068" name="Google Shape;1068;p34"/>
          <p:cNvSpPr txBox="1"/>
          <p:nvPr>
            <p:ph idx="7" type="title"/>
          </p:nvPr>
        </p:nvSpPr>
        <p:spPr>
          <a:xfrm>
            <a:off x="897801" y="3976247"/>
            <a:ext cx="7314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069" name="Google Shape;1069;p34"/>
          <p:cNvSpPr txBox="1"/>
          <p:nvPr>
            <p:ph idx="8" type="subTitle"/>
          </p:nvPr>
        </p:nvSpPr>
        <p:spPr>
          <a:xfrm>
            <a:off x="1740675" y="1231039"/>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Beta Values</a:t>
            </a:r>
            <a:endParaRPr/>
          </a:p>
        </p:txBody>
      </p:sp>
      <p:sp>
        <p:nvSpPr>
          <p:cNvPr id="1070" name="Google Shape;1070;p34"/>
          <p:cNvSpPr txBox="1"/>
          <p:nvPr>
            <p:ph idx="9" type="subTitle"/>
          </p:nvPr>
        </p:nvSpPr>
        <p:spPr>
          <a:xfrm>
            <a:off x="1740675" y="2912964"/>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P-Values</a:t>
            </a:r>
            <a:endParaRPr/>
          </a:p>
        </p:txBody>
      </p:sp>
      <p:sp>
        <p:nvSpPr>
          <p:cNvPr id="1071" name="Google Shape;1071;p34"/>
          <p:cNvSpPr txBox="1"/>
          <p:nvPr>
            <p:ph idx="13" type="subTitle"/>
          </p:nvPr>
        </p:nvSpPr>
        <p:spPr>
          <a:xfrm>
            <a:off x="1740674" y="2061139"/>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t>
            </a:r>
            <a:r>
              <a:rPr baseline="30000" lang="en"/>
              <a:t>2</a:t>
            </a:r>
            <a:endParaRPr/>
          </a:p>
        </p:txBody>
      </p:sp>
      <p:sp>
        <p:nvSpPr>
          <p:cNvPr id="1072" name="Google Shape;1072;p34"/>
          <p:cNvSpPr txBox="1"/>
          <p:nvPr>
            <p:ph idx="14" type="subTitle"/>
          </p:nvPr>
        </p:nvSpPr>
        <p:spPr>
          <a:xfrm>
            <a:off x="1710099" y="3771086"/>
            <a:ext cx="2381400" cy="75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Prediction Performance</a:t>
            </a:r>
            <a:endParaRPr/>
          </a:p>
        </p:txBody>
      </p:sp>
      <p:sp>
        <p:nvSpPr>
          <p:cNvPr id="1073" name="Google Shape;1073;p34"/>
          <p:cNvSpPr/>
          <p:nvPr/>
        </p:nvSpPr>
        <p:spPr>
          <a:xfrm>
            <a:off x="113525" y="10055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074" name="Google Shape;1074;p34"/>
          <p:cNvGrpSpPr/>
          <p:nvPr/>
        </p:nvGrpSpPr>
        <p:grpSpPr>
          <a:xfrm rot="623552">
            <a:off x="8288909" y="1283582"/>
            <a:ext cx="681913" cy="516156"/>
            <a:chOff x="7803360" y="4187880"/>
            <a:chExt cx="430560" cy="304920"/>
          </a:xfrm>
        </p:grpSpPr>
        <p:sp>
          <p:nvSpPr>
            <p:cNvPr id="1075" name="Google Shape;1075;p34"/>
            <p:cNvSpPr/>
            <p:nvPr/>
          </p:nvSpPr>
          <p:spPr>
            <a:xfrm>
              <a:off x="7830720" y="4194000"/>
              <a:ext cx="375840" cy="246240"/>
            </a:xfrm>
            <a:custGeom>
              <a:rect b="b" l="l" r="r" t="t"/>
              <a:pathLst>
                <a:path extrusionOk="0" h="684" w="1044">
                  <a:moveTo>
                    <a:pt x="0" y="684"/>
                  </a:moveTo>
                  <a:lnTo>
                    <a:pt x="0" y="78"/>
                  </a:lnTo>
                  <a:cubicBezTo>
                    <a:pt x="0" y="35"/>
                    <a:pt x="34" y="0"/>
                    <a:pt x="77" y="0"/>
                  </a:cubicBezTo>
                  <a:lnTo>
                    <a:pt x="967" y="0"/>
                  </a:lnTo>
                  <a:cubicBezTo>
                    <a:pt x="1009" y="0"/>
                    <a:pt x="1044" y="35"/>
                    <a:pt x="1044" y="78"/>
                  </a:cubicBezTo>
                  <a:lnTo>
                    <a:pt x="1044" y="684"/>
                  </a:lnTo>
                  <a:lnTo>
                    <a:pt x="0" y="684"/>
                  </a:ln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6" name="Google Shape;1076;p34"/>
            <p:cNvSpPr/>
            <p:nvPr/>
          </p:nvSpPr>
          <p:spPr>
            <a:xfrm>
              <a:off x="7858440" y="4222080"/>
              <a:ext cx="320400" cy="208800"/>
            </a:xfrm>
            <a:custGeom>
              <a:rect b="b" l="l" r="r" t="t"/>
              <a:pathLst>
                <a:path extrusionOk="0" h="580" w="890">
                  <a:moveTo>
                    <a:pt x="890" y="566"/>
                  </a:moveTo>
                  <a:lnTo>
                    <a:pt x="890" y="14"/>
                  </a:lnTo>
                  <a:cubicBezTo>
                    <a:pt x="890" y="6"/>
                    <a:pt x="883" y="0"/>
                    <a:pt x="876" y="0"/>
                  </a:cubicBezTo>
                  <a:lnTo>
                    <a:pt x="14" y="0"/>
                  </a:lnTo>
                  <a:cubicBezTo>
                    <a:pt x="6" y="0"/>
                    <a:pt x="0" y="6"/>
                    <a:pt x="0" y="14"/>
                  </a:cubicBezTo>
                  <a:lnTo>
                    <a:pt x="0" y="566"/>
                  </a:lnTo>
                  <a:cubicBezTo>
                    <a:pt x="0" y="574"/>
                    <a:pt x="6" y="580"/>
                    <a:pt x="14" y="580"/>
                  </a:cubicBezTo>
                  <a:lnTo>
                    <a:pt x="876" y="580"/>
                  </a:lnTo>
                  <a:cubicBezTo>
                    <a:pt x="883" y="580"/>
                    <a:pt x="890" y="574"/>
                    <a:pt x="890" y="566"/>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7" name="Google Shape;1077;p34"/>
            <p:cNvSpPr/>
            <p:nvPr/>
          </p:nvSpPr>
          <p:spPr>
            <a:xfrm>
              <a:off x="7900200" y="4312440"/>
              <a:ext cx="27720" cy="28080"/>
            </a:xfrm>
            <a:custGeom>
              <a:rect b="b" l="l" r="r" t="t"/>
              <a:pathLst>
                <a:path extrusionOk="0" h="78" w="77">
                  <a:moveTo>
                    <a:pt x="77" y="39"/>
                  </a:moveTo>
                  <a:cubicBezTo>
                    <a:pt x="77" y="60"/>
                    <a:pt x="60" y="78"/>
                    <a:pt x="39" y="78"/>
                  </a:cubicBezTo>
                  <a:cubicBezTo>
                    <a:pt x="17" y="78"/>
                    <a:pt x="0" y="60"/>
                    <a:pt x="0" y="39"/>
                  </a:cubicBezTo>
                  <a:cubicBezTo>
                    <a:pt x="0" y="18"/>
                    <a:pt x="17" y="0"/>
                    <a:pt x="39" y="0"/>
                  </a:cubicBezTo>
                  <a:cubicBezTo>
                    <a:pt x="60" y="0"/>
                    <a:pt x="77" y="18"/>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8" name="Google Shape;1078;p34"/>
            <p:cNvSpPr/>
            <p:nvPr/>
          </p:nvSpPr>
          <p:spPr>
            <a:xfrm>
              <a:off x="7969680" y="4354200"/>
              <a:ext cx="28080" cy="28080"/>
            </a:xfrm>
            <a:custGeom>
              <a:rect b="b" l="l" r="r" t="t"/>
              <a:pathLst>
                <a:path extrusionOk="0" h="78" w="78">
                  <a:moveTo>
                    <a:pt x="78" y="39"/>
                  </a:moveTo>
                  <a:cubicBezTo>
                    <a:pt x="78" y="60"/>
                    <a:pt x="60" y="78"/>
                    <a:pt x="39" y="78"/>
                  </a:cubicBezTo>
                  <a:cubicBezTo>
                    <a:pt x="18" y="78"/>
                    <a:pt x="0" y="60"/>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79" name="Google Shape;1079;p34"/>
            <p:cNvSpPr/>
            <p:nvPr/>
          </p:nvSpPr>
          <p:spPr>
            <a:xfrm>
              <a:off x="8039520" y="4284720"/>
              <a:ext cx="27720" cy="27720"/>
            </a:xfrm>
            <a:custGeom>
              <a:rect b="b" l="l" r="r" t="t"/>
              <a:pathLst>
                <a:path extrusionOk="0" h="77" w="77">
                  <a:moveTo>
                    <a:pt x="77" y="39"/>
                  </a:moveTo>
                  <a:cubicBezTo>
                    <a:pt x="77" y="60"/>
                    <a:pt x="60" y="77"/>
                    <a:pt x="38" y="77"/>
                  </a:cubicBezTo>
                  <a:cubicBezTo>
                    <a:pt x="17" y="77"/>
                    <a:pt x="0" y="60"/>
                    <a:pt x="0" y="39"/>
                  </a:cubicBezTo>
                  <a:cubicBezTo>
                    <a:pt x="0" y="17"/>
                    <a:pt x="17" y="0"/>
                    <a:pt x="38" y="0"/>
                  </a:cubicBezTo>
                  <a:cubicBezTo>
                    <a:pt x="60" y="0"/>
                    <a:pt x="77" y="17"/>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0" name="Google Shape;1080;p34"/>
            <p:cNvSpPr/>
            <p:nvPr/>
          </p:nvSpPr>
          <p:spPr>
            <a:xfrm>
              <a:off x="8109000" y="4256640"/>
              <a:ext cx="28080" cy="28080"/>
            </a:xfrm>
            <a:custGeom>
              <a:rect b="b" l="l" r="r" t="t"/>
              <a:pathLst>
                <a:path extrusionOk="0" h="78" w="78">
                  <a:moveTo>
                    <a:pt x="78" y="39"/>
                  </a:moveTo>
                  <a:cubicBezTo>
                    <a:pt x="78" y="61"/>
                    <a:pt x="60" y="78"/>
                    <a:pt x="39" y="78"/>
                  </a:cubicBezTo>
                  <a:cubicBezTo>
                    <a:pt x="18" y="78"/>
                    <a:pt x="0" y="61"/>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1" name="Google Shape;1081;p34"/>
            <p:cNvSpPr/>
            <p:nvPr/>
          </p:nvSpPr>
          <p:spPr>
            <a:xfrm>
              <a:off x="7809480" y="4430880"/>
              <a:ext cx="417960" cy="55800"/>
            </a:xfrm>
            <a:custGeom>
              <a:rect b="b" l="l" r="r" t="t"/>
              <a:pathLst>
                <a:path extrusionOk="0" h="155" w="1161">
                  <a:moveTo>
                    <a:pt x="1161" y="14"/>
                  </a:moveTo>
                  <a:lnTo>
                    <a:pt x="1161" y="77"/>
                  </a:lnTo>
                  <a:cubicBezTo>
                    <a:pt x="1161" y="120"/>
                    <a:pt x="1126" y="155"/>
                    <a:pt x="1084" y="155"/>
                  </a:cubicBezTo>
                  <a:lnTo>
                    <a:pt x="78" y="155"/>
                  </a:lnTo>
                  <a:cubicBezTo>
                    <a:pt x="35" y="155"/>
                    <a:pt x="0" y="120"/>
                    <a:pt x="0" y="77"/>
                  </a:cubicBezTo>
                  <a:lnTo>
                    <a:pt x="0" y="14"/>
                  </a:lnTo>
                  <a:cubicBezTo>
                    <a:pt x="0" y="6"/>
                    <a:pt x="7" y="0"/>
                    <a:pt x="14" y="0"/>
                  </a:cubicBezTo>
                  <a:lnTo>
                    <a:pt x="1147" y="0"/>
                  </a:lnTo>
                  <a:cubicBezTo>
                    <a:pt x="1155" y="0"/>
                    <a:pt x="1161" y="6"/>
                    <a:pt x="1161" y="14"/>
                  </a:cubicBezTo>
                  <a:close/>
                </a:path>
              </a:pathLst>
            </a:custGeom>
            <a:solidFill>
              <a:srgbClr val="008F95"/>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2" name="Google Shape;1082;p34"/>
            <p:cNvSpPr/>
            <p:nvPr/>
          </p:nvSpPr>
          <p:spPr>
            <a:xfrm>
              <a:off x="7971480" y="4430880"/>
              <a:ext cx="94680" cy="27720"/>
            </a:xfrm>
            <a:custGeom>
              <a:rect b="b" l="l" r="r" t="t"/>
              <a:pathLst>
                <a:path extrusionOk="0" h="77" w="263">
                  <a:moveTo>
                    <a:pt x="0" y="17"/>
                  </a:moveTo>
                  <a:lnTo>
                    <a:pt x="12" y="67"/>
                  </a:lnTo>
                  <a:cubicBezTo>
                    <a:pt x="14" y="73"/>
                    <a:pt x="19" y="77"/>
                    <a:pt x="26" y="77"/>
                  </a:cubicBezTo>
                  <a:lnTo>
                    <a:pt x="236" y="77"/>
                  </a:lnTo>
                  <a:cubicBezTo>
                    <a:pt x="242" y="77"/>
                    <a:pt x="248" y="73"/>
                    <a:pt x="249" y="67"/>
                  </a:cubicBezTo>
                  <a:lnTo>
                    <a:pt x="262" y="17"/>
                  </a:lnTo>
                  <a:cubicBezTo>
                    <a:pt x="264" y="9"/>
                    <a:pt x="257" y="0"/>
                    <a:pt x="248" y="0"/>
                  </a:cubicBezTo>
                  <a:lnTo>
                    <a:pt x="13" y="0"/>
                  </a:lnTo>
                  <a:cubicBezTo>
                    <a:pt x="4" y="0"/>
                    <a:pt x="-3" y="9"/>
                    <a:pt x="0" y="1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83" name="Google Shape;1083;p34"/>
            <p:cNvSpPr/>
            <p:nvPr/>
          </p:nvSpPr>
          <p:spPr>
            <a:xfrm>
              <a:off x="7803360" y="4187880"/>
              <a:ext cx="430560" cy="304920"/>
            </a:xfrm>
            <a:custGeom>
              <a:rect b="b" l="l" r="r" t="t"/>
              <a:pathLst>
                <a:path extrusionOk="0" h="847" w="1196">
                  <a:moveTo>
                    <a:pt x="700" y="735"/>
                  </a:moveTo>
                  <a:lnTo>
                    <a:pt x="495" y="735"/>
                  </a:lnTo>
                  <a:lnTo>
                    <a:pt x="485" y="693"/>
                  </a:lnTo>
                  <a:lnTo>
                    <a:pt x="711" y="693"/>
                  </a:lnTo>
                  <a:lnTo>
                    <a:pt x="700" y="735"/>
                  </a:lnTo>
                  <a:moveTo>
                    <a:pt x="170" y="112"/>
                  </a:moveTo>
                  <a:lnTo>
                    <a:pt x="1025" y="112"/>
                  </a:lnTo>
                  <a:lnTo>
                    <a:pt x="1025" y="658"/>
                  </a:lnTo>
                  <a:lnTo>
                    <a:pt x="170" y="658"/>
                  </a:lnTo>
                  <a:lnTo>
                    <a:pt x="170" y="112"/>
                  </a:lnTo>
                  <a:moveTo>
                    <a:pt x="93" y="95"/>
                  </a:moveTo>
                  <a:cubicBezTo>
                    <a:pt x="93" y="62"/>
                    <a:pt x="120" y="35"/>
                    <a:pt x="153" y="35"/>
                  </a:cubicBezTo>
                  <a:lnTo>
                    <a:pt x="1043" y="35"/>
                  </a:lnTo>
                  <a:cubicBezTo>
                    <a:pt x="1076" y="35"/>
                    <a:pt x="1103" y="62"/>
                    <a:pt x="1103" y="95"/>
                  </a:cubicBezTo>
                  <a:lnTo>
                    <a:pt x="1103" y="658"/>
                  </a:lnTo>
                  <a:lnTo>
                    <a:pt x="1060" y="658"/>
                  </a:lnTo>
                  <a:lnTo>
                    <a:pt x="1060" y="95"/>
                  </a:lnTo>
                  <a:cubicBezTo>
                    <a:pt x="1060" y="85"/>
                    <a:pt x="1052" y="77"/>
                    <a:pt x="1043" y="77"/>
                  </a:cubicBezTo>
                  <a:lnTo>
                    <a:pt x="153" y="77"/>
                  </a:lnTo>
                  <a:cubicBezTo>
                    <a:pt x="143" y="77"/>
                    <a:pt x="135" y="85"/>
                    <a:pt x="135" y="95"/>
                  </a:cubicBezTo>
                  <a:lnTo>
                    <a:pt x="135" y="658"/>
                  </a:lnTo>
                  <a:lnTo>
                    <a:pt x="93" y="658"/>
                  </a:lnTo>
                  <a:lnTo>
                    <a:pt x="93" y="95"/>
                  </a:lnTo>
                  <a:moveTo>
                    <a:pt x="1178" y="658"/>
                  </a:moveTo>
                  <a:lnTo>
                    <a:pt x="1138" y="658"/>
                  </a:lnTo>
                  <a:lnTo>
                    <a:pt x="1138" y="95"/>
                  </a:lnTo>
                  <a:cubicBezTo>
                    <a:pt x="1138" y="42"/>
                    <a:pt x="1095" y="0"/>
                    <a:pt x="1043" y="0"/>
                  </a:cubicBezTo>
                  <a:lnTo>
                    <a:pt x="153" y="0"/>
                  </a:lnTo>
                  <a:cubicBezTo>
                    <a:pt x="101" y="0"/>
                    <a:pt x="58" y="42"/>
                    <a:pt x="58" y="95"/>
                  </a:cubicBezTo>
                  <a:lnTo>
                    <a:pt x="58" y="658"/>
                  </a:lnTo>
                  <a:lnTo>
                    <a:pt x="17" y="658"/>
                  </a:lnTo>
                  <a:cubicBezTo>
                    <a:pt x="8" y="658"/>
                    <a:pt x="0" y="665"/>
                    <a:pt x="0" y="675"/>
                  </a:cubicBezTo>
                  <a:lnTo>
                    <a:pt x="0" y="752"/>
                  </a:lnTo>
                  <a:cubicBezTo>
                    <a:pt x="0" y="805"/>
                    <a:pt x="43" y="847"/>
                    <a:pt x="95" y="847"/>
                  </a:cubicBezTo>
                  <a:lnTo>
                    <a:pt x="157" y="847"/>
                  </a:lnTo>
                  <a:cubicBezTo>
                    <a:pt x="166" y="847"/>
                    <a:pt x="174" y="840"/>
                    <a:pt x="174" y="830"/>
                  </a:cubicBezTo>
                  <a:cubicBezTo>
                    <a:pt x="174" y="820"/>
                    <a:pt x="166" y="812"/>
                    <a:pt x="157" y="812"/>
                  </a:cubicBezTo>
                  <a:lnTo>
                    <a:pt x="95" y="812"/>
                  </a:lnTo>
                  <a:cubicBezTo>
                    <a:pt x="62" y="812"/>
                    <a:pt x="35" y="785"/>
                    <a:pt x="35" y="752"/>
                  </a:cubicBezTo>
                  <a:lnTo>
                    <a:pt x="35" y="693"/>
                  </a:lnTo>
                  <a:lnTo>
                    <a:pt x="75" y="693"/>
                  </a:lnTo>
                  <a:lnTo>
                    <a:pt x="76" y="693"/>
                  </a:lnTo>
                  <a:lnTo>
                    <a:pt x="76" y="693"/>
                  </a:lnTo>
                  <a:lnTo>
                    <a:pt x="153" y="693"/>
                  </a:lnTo>
                  <a:lnTo>
                    <a:pt x="153" y="693"/>
                  </a:lnTo>
                  <a:lnTo>
                    <a:pt x="153" y="693"/>
                  </a:lnTo>
                  <a:lnTo>
                    <a:pt x="449" y="693"/>
                  </a:lnTo>
                  <a:lnTo>
                    <a:pt x="465" y="757"/>
                  </a:lnTo>
                  <a:cubicBezTo>
                    <a:pt x="467" y="765"/>
                    <a:pt x="474" y="770"/>
                    <a:pt x="482" y="770"/>
                  </a:cubicBezTo>
                  <a:lnTo>
                    <a:pt x="714" y="770"/>
                  </a:lnTo>
                  <a:cubicBezTo>
                    <a:pt x="722" y="770"/>
                    <a:pt x="729" y="765"/>
                    <a:pt x="731" y="757"/>
                  </a:cubicBezTo>
                  <a:lnTo>
                    <a:pt x="747" y="693"/>
                  </a:lnTo>
                  <a:lnTo>
                    <a:pt x="1043" y="693"/>
                  </a:lnTo>
                  <a:lnTo>
                    <a:pt x="1043" y="693"/>
                  </a:lnTo>
                  <a:lnTo>
                    <a:pt x="1043" y="693"/>
                  </a:lnTo>
                  <a:lnTo>
                    <a:pt x="1120" y="693"/>
                  </a:lnTo>
                  <a:lnTo>
                    <a:pt x="1120" y="693"/>
                  </a:lnTo>
                  <a:lnTo>
                    <a:pt x="1120" y="693"/>
                  </a:lnTo>
                  <a:lnTo>
                    <a:pt x="1161" y="693"/>
                  </a:lnTo>
                  <a:lnTo>
                    <a:pt x="1161" y="752"/>
                  </a:lnTo>
                  <a:cubicBezTo>
                    <a:pt x="1161" y="785"/>
                    <a:pt x="1134" y="812"/>
                    <a:pt x="1101" y="812"/>
                  </a:cubicBezTo>
                  <a:lnTo>
                    <a:pt x="227" y="812"/>
                  </a:lnTo>
                  <a:cubicBezTo>
                    <a:pt x="217" y="812"/>
                    <a:pt x="209" y="820"/>
                    <a:pt x="209" y="830"/>
                  </a:cubicBezTo>
                  <a:cubicBezTo>
                    <a:pt x="209" y="840"/>
                    <a:pt x="217" y="847"/>
                    <a:pt x="227" y="847"/>
                  </a:cubicBezTo>
                  <a:lnTo>
                    <a:pt x="1101" y="847"/>
                  </a:lnTo>
                  <a:cubicBezTo>
                    <a:pt x="1153" y="847"/>
                    <a:pt x="1196" y="805"/>
                    <a:pt x="1196" y="752"/>
                  </a:cubicBezTo>
                  <a:lnTo>
                    <a:pt x="1196" y="675"/>
                  </a:lnTo>
                  <a:cubicBezTo>
                    <a:pt x="1196" y="665"/>
                    <a:pt x="1188" y="658"/>
                    <a:pt x="1178" y="65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4" name="Google Shape;1084;p34"/>
            <p:cNvSpPr/>
            <p:nvPr/>
          </p:nvSpPr>
          <p:spPr>
            <a:xfrm>
              <a:off x="7893720" y="4250520"/>
              <a:ext cx="249480" cy="137880"/>
            </a:xfrm>
            <a:custGeom>
              <a:rect b="b" l="l" r="r" t="t"/>
              <a:pathLst>
                <a:path extrusionOk="0" h="383" w="693">
                  <a:moveTo>
                    <a:pt x="637" y="35"/>
                  </a:moveTo>
                  <a:cubicBezTo>
                    <a:pt x="649" y="35"/>
                    <a:pt x="658" y="45"/>
                    <a:pt x="658" y="56"/>
                  </a:cubicBezTo>
                  <a:cubicBezTo>
                    <a:pt x="658" y="68"/>
                    <a:pt x="649" y="77"/>
                    <a:pt x="637" y="77"/>
                  </a:cubicBezTo>
                  <a:cubicBezTo>
                    <a:pt x="625" y="77"/>
                    <a:pt x="616" y="68"/>
                    <a:pt x="616" y="56"/>
                  </a:cubicBezTo>
                  <a:cubicBezTo>
                    <a:pt x="616" y="45"/>
                    <a:pt x="625" y="35"/>
                    <a:pt x="637" y="35"/>
                  </a:cubicBezTo>
                  <a:moveTo>
                    <a:pt x="443" y="155"/>
                  </a:moveTo>
                  <a:cubicBezTo>
                    <a:pt x="432" y="155"/>
                    <a:pt x="422" y="145"/>
                    <a:pt x="422" y="134"/>
                  </a:cubicBezTo>
                  <a:cubicBezTo>
                    <a:pt x="422" y="122"/>
                    <a:pt x="432" y="112"/>
                    <a:pt x="443" y="112"/>
                  </a:cubicBezTo>
                  <a:cubicBezTo>
                    <a:pt x="455" y="112"/>
                    <a:pt x="465" y="122"/>
                    <a:pt x="465" y="134"/>
                  </a:cubicBezTo>
                  <a:cubicBezTo>
                    <a:pt x="465" y="145"/>
                    <a:pt x="455" y="155"/>
                    <a:pt x="443" y="155"/>
                  </a:cubicBezTo>
                  <a:moveTo>
                    <a:pt x="250" y="348"/>
                  </a:moveTo>
                  <a:cubicBezTo>
                    <a:pt x="238" y="348"/>
                    <a:pt x="229" y="339"/>
                    <a:pt x="229" y="327"/>
                  </a:cubicBezTo>
                  <a:cubicBezTo>
                    <a:pt x="229" y="315"/>
                    <a:pt x="238" y="306"/>
                    <a:pt x="250" y="306"/>
                  </a:cubicBezTo>
                  <a:cubicBezTo>
                    <a:pt x="262" y="306"/>
                    <a:pt x="271" y="315"/>
                    <a:pt x="271" y="327"/>
                  </a:cubicBezTo>
                  <a:cubicBezTo>
                    <a:pt x="271" y="339"/>
                    <a:pt x="262" y="348"/>
                    <a:pt x="250" y="348"/>
                  </a:cubicBezTo>
                  <a:moveTo>
                    <a:pt x="57" y="232"/>
                  </a:moveTo>
                  <a:cubicBezTo>
                    <a:pt x="45" y="232"/>
                    <a:pt x="35" y="223"/>
                    <a:pt x="35" y="211"/>
                  </a:cubicBezTo>
                  <a:cubicBezTo>
                    <a:pt x="35" y="199"/>
                    <a:pt x="45" y="190"/>
                    <a:pt x="57" y="190"/>
                  </a:cubicBezTo>
                  <a:cubicBezTo>
                    <a:pt x="68" y="190"/>
                    <a:pt x="78" y="199"/>
                    <a:pt x="78" y="211"/>
                  </a:cubicBezTo>
                  <a:cubicBezTo>
                    <a:pt x="78" y="223"/>
                    <a:pt x="68" y="232"/>
                    <a:pt x="57" y="232"/>
                  </a:cubicBezTo>
                  <a:moveTo>
                    <a:pt x="637" y="112"/>
                  </a:moveTo>
                  <a:cubicBezTo>
                    <a:pt x="668" y="112"/>
                    <a:pt x="693" y="87"/>
                    <a:pt x="693" y="56"/>
                  </a:cubicBezTo>
                  <a:cubicBezTo>
                    <a:pt x="693" y="25"/>
                    <a:pt x="668" y="0"/>
                    <a:pt x="637" y="0"/>
                  </a:cubicBezTo>
                  <a:cubicBezTo>
                    <a:pt x="606" y="0"/>
                    <a:pt x="581" y="25"/>
                    <a:pt x="581" y="56"/>
                  </a:cubicBezTo>
                  <a:cubicBezTo>
                    <a:pt x="581" y="57"/>
                    <a:pt x="581" y="57"/>
                    <a:pt x="581" y="58"/>
                  </a:cubicBezTo>
                  <a:lnTo>
                    <a:pt x="488" y="99"/>
                  </a:lnTo>
                  <a:cubicBezTo>
                    <a:pt x="477" y="86"/>
                    <a:pt x="461" y="77"/>
                    <a:pt x="443" y="77"/>
                  </a:cubicBezTo>
                  <a:cubicBezTo>
                    <a:pt x="412" y="77"/>
                    <a:pt x="387" y="103"/>
                    <a:pt x="387" y="134"/>
                  </a:cubicBezTo>
                  <a:cubicBezTo>
                    <a:pt x="387" y="142"/>
                    <a:pt x="389" y="149"/>
                    <a:pt x="392" y="156"/>
                  </a:cubicBezTo>
                  <a:lnTo>
                    <a:pt x="278" y="278"/>
                  </a:lnTo>
                  <a:cubicBezTo>
                    <a:pt x="270" y="274"/>
                    <a:pt x="260" y="271"/>
                    <a:pt x="250" y="271"/>
                  </a:cubicBezTo>
                  <a:cubicBezTo>
                    <a:pt x="235" y="271"/>
                    <a:pt x="222" y="277"/>
                    <a:pt x="212" y="286"/>
                  </a:cubicBezTo>
                  <a:lnTo>
                    <a:pt x="112" y="221"/>
                  </a:lnTo>
                  <a:cubicBezTo>
                    <a:pt x="113" y="218"/>
                    <a:pt x="113" y="214"/>
                    <a:pt x="113" y="211"/>
                  </a:cubicBezTo>
                  <a:cubicBezTo>
                    <a:pt x="113" y="180"/>
                    <a:pt x="88" y="155"/>
                    <a:pt x="57" y="155"/>
                  </a:cubicBezTo>
                  <a:cubicBezTo>
                    <a:pt x="26" y="155"/>
                    <a:pt x="0" y="180"/>
                    <a:pt x="0" y="211"/>
                  </a:cubicBezTo>
                  <a:cubicBezTo>
                    <a:pt x="0" y="242"/>
                    <a:pt x="26" y="267"/>
                    <a:pt x="57" y="267"/>
                  </a:cubicBezTo>
                  <a:cubicBezTo>
                    <a:pt x="72" y="267"/>
                    <a:pt x="85" y="261"/>
                    <a:pt x="95" y="252"/>
                  </a:cubicBezTo>
                  <a:lnTo>
                    <a:pt x="195" y="317"/>
                  </a:lnTo>
                  <a:cubicBezTo>
                    <a:pt x="194" y="320"/>
                    <a:pt x="194" y="324"/>
                    <a:pt x="194" y="327"/>
                  </a:cubicBezTo>
                  <a:cubicBezTo>
                    <a:pt x="194" y="358"/>
                    <a:pt x="219" y="383"/>
                    <a:pt x="250" y="383"/>
                  </a:cubicBezTo>
                  <a:cubicBezTo>
                    <a:pt x="281" y="383"/>
                    <a:pt x="306" y="358"/>
                    <a:pt x="306" y="327"/>
                  </a:cubicBezTo>
                  <a:cubicBezTo>
                    <a:pt x="306" y="319"/>
                    <a:pt x="305" y="311"/>
                    <a:pt x="302" y="305"/>
                  </a:cubicBezTo>
                  <a:lnTo>
                    <a:pt x="415" y="182"/>
                  </a:lnTo>
                  <a:cubicBezTo>
                    <a:pt x="424" y="187"/>
                    <a:pt x="433" y="190"/>
                    <a:pt x="443" y="190"/>
                  </a:cubicBezTo>
                  <a:cubicBezTo>
                    <a:pt x="474" y="190"/>
                    <a:pt x="500" y="165"/>
                    <a:pt x="500" y="134"/>
                  </a:cubicBezTo>
                  <a:cubicBezTo>
                    <a:pt x="500" y="133"/>
                    <a:pt x="500" y="132"/>
                    <a:pt x="500" y="132"/>
                  </a:cubicBezTo>
                  <a:lnTo>
                    <a:pt x="593" y="91"/>
                  </a:lnTo>
                  <a:cubicBezTo>
                    <a:pt x="603" y="104"/>
                    <a:pt x="619" y="112"/>
                    <a:pt x="637" y="11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5" name="Google Shape;1085;p34"/>
            <p:cNvSpPr/>
            <p:nvPr/>
          </p:nvSpPr>
          <p:spPr>
            <a:xfrm>
              <a:off x="8109360" y="4361400"/>
              <a:ext cx="40680" cy="41040"/>
            </a:xfrm>
            <a:custGeom>
              <a:rect b="b" l="l" r="r" t="t"/>
              <a:pathLst>
                <a:path extrusionOk="0" h="114" w="113">
                  <a:moveTo>
                    <a:pt x="78" y="79"/>
                  </a:moveTo>
                  <a:lnTo>
                    <a:pt x="35" y="79"/>
                  </a:lnTo>
                  <a:lnTo>
                    <a:pt x="35" y="35"/>
                  </a:lnTo>
                  <a:lnTo>
                    <a:pt x="78" y="35"/>
                  </a:lnTo>
                  <a:lnTo>
                    <a:pt x="78" y="79"/>
                  </a:lnTo>
                  <a:moveTo>
                    <a:pt x="96" y="0"/>
                  </a:moveTo>
                  <a:lnTo>
                    <a:pt x="17" y="0"/>
                  </a:lnTo>
                  <a:cubicBezTo>
                    <a:pt x="8" y="0"/>
                    <a:pt x="0" y="8"/>
                    <a:pt x="0" y="18"/>
                  </a:cubicBezTo>
                  <a:lnTo>
                    <a:pt x="0" y="96"/>
                  </a:lnTo>
                  <a:cubicBezTo>
                    <a:pt x="0" y="106"/>
                    <a:pt x="8" y="114"/>
                    <a:pt x="17" y="114"/>
                  </a:cubicBezTo>
                  <a:lnTo>
                    <a:pt x="96" y="114"/>
                  </a:lnTo>
                  <a:cubicBezTo>
                    <a:pt x="106" y="114"/>
                    <a:pt x="113" y="106"/>
                    <a:pt x="113" y="96"/>
                  </a:cubicBezTo>
                  <a:lnTo>
                    <a:pt x="113" y="18"/>
                  </a:lnTo>
                  <a:cubicBezTo>
                    <a:pt x="113" y="8"/>
                    <a:pt x="106" y="0"/>
                    <a:pt x="96"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086" name="Google Shape;1086;p34"/>
            <p:cNvSpPr/>
            <p:nvPr/>
          </p:nvSpPr>
          <p:spPr>
            <a:xfrm>
              <a:off x="8053920" y="4389840"/>
              <a:ext cx="40680" cy="12600"/>
            </a:xfrm>
            <a:custGeom>
              <a:rect b="b" l="l" r="r" t="t"/>
              <a:pathLst>
                <a:path extrusionOk="0" h="35" w="113">
                  <a:moveTo>
                    <a:pt x="95" y="0"/>
                  </a:moveTo>
                  <a:lnTo>
                    <a:pt x="18" y="0"/>
                  </a:lnTo>
                  <a:cubicBezTo>
                    <a:pt x="8" y="0"/>
                    <a:pt x="0" y="8"/>
                    <a:pt x="0" y="17"/>
                  </a:cubicBezTo>
                  <a:cubicBezTo>
                    <a:pt x="0" y="27"/>
                    <a:pt x="8" y="35"/>
                    <a:pt x="18" y="35"/>
                  </a:cubicBezTo>
                  <a:lnTo>
                    <a:pt x="95" y="35"/>
                  </a:lnTo>
                  <a:cubicBezTo>
                    <a:pt x="105" y="35"/>
                    <a:pt x="113" y="27"/>
                    <a:pt x="113" y="17"/>
                  </a:cubicBezTo>
                  <a:cubicBezTo>
                    <a:pt x="113" y="8"/>
                    <a:pt x="105" y="0"/>
                    <a:pt x="9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pic>
        <p:nvPicPr>
          <p:cNvPr id="1087" name="Google Shape;1087;p34"/>
          <p:cNvPicPr preferRelativeResize="0"/>
          <p:nvPr/>
        </p:nvPicPr>
        <p:blipFill>
          <a:blip r:embed="rId3">
            <a:alphaModFix/>
          </a:blip>
          <a:stretch>
            <a:fillRect/>
          </a:stretch>
        </p:blipFill>
        <p:spPr>
          <a:xfrm>
            <a:off x="5524324" y="2521250"/>
            <a:ext cx="3024923" cy="1501276"/>
          </a:xfrm>
          <a:prstGeom prst="rect">
            <a:avLst/>
          </a:prstGeom>
          <a:noFill/>
          <a:ln>
            <a:noFill/>
          </a:ln>
        </p:spPr>
      </p:pic>
      <p:sp>
        <p:nvSpPr>
          <p:cNvPr id="1088" name="Google Shape;1088;p34"/>
          <p:cNvSpPr txBox="1"/>
          <p:nvPr/>
        </p:nvSpPr>
        <p:spPr>
          <a:xfrm>
            <a:off x="1773710" y="1856988"/>
            <a:ext cx="4781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Y= 10.997 + 0.195x</a:t>
            </a:r>
            <a:r>
              <a:rPr baseline="-25000" lang="en" sz="1100">
                <a:solidFill>
                  <a:schemeClr val="dk1"/>
                </a:solidFill>
                <a:latin typeface="Lato"/>
                <a:ea typeface="Lato"/>
                <a:cs typeface="Lato"/>
                <a:sym typeface="Lato"/>
              </a:rPr>
              <a:t>1</a:t>
            </a:r>
            <a:r>
              <a:rPr lang="en" sz="1100">
                <a:solidFill>
                  <a:schemeClr val="dk1"/>
                </a:solidFill>
                <a:latin typeface="Lato"/>
                <a:ea typeface="Lato"/>
                <a:cs typeface="Lato"/>
                <a:sym typeface="Lato"/>
              </a:rPr>
              <a:t>+ 0.390x</a:t>
            </a:r>
            <a:r>
              <a:rPr baseline="-25000" lang="en" sz="1100">
                <a:solidFill>
                  <a:schemeClr val="dk1"/>
                </a:solidFill>
                <a:latin typeface="Lato"/>
                <a:ea typeface="Lato"/>
                <a:cs typeface="Lato"/>
                <a:sym typeface="Lato"/>
              </a:rPr>
              <a:t>2</a:t>
            </a:r>
            <a:r>
              <a:rPr lang="en" sz="1100">
                <a:solidFill>
                  <a:schemeClr val="dk1"/>
                </a:solidFill>
                <a:latin typeface="Lato"/>
                <a:ea typeface="Lato"/>
                <a:cs typeface="Lato"/>
                <a:sym typeface="Lato"/>
              </a:rPr>
              <a:t> - 1.439x</a:t>
            </a:r>
            <a:r>
              <a:rPr baseline="-25000" lang="en" sz="1100">
                <a:solidFill>
                  <a:schemeClr val="dk1"/>
                </a:solidFill>
                <a:latin typeface="Lato"/>
                <a:ea typeface="Lato"/>
                <a:cs typeface="Lato"/>
                <a:sym typeface="Lato"/>
              </a:rPr>
              <a:t>3</a:t>
            </a:r>
            <a:r>
              <a:rPr lang="en" sz="1100">
                <a:solidFill>
                  <a:schemeClr val="dk1"/>
                </a:solidFill>
                <a:latin typeface="Lato"/>
                <a:ea typeface="Lato"/>
                <a:cs typeface="Lato"/>
                <a:sym typeface="Lato"/>
              </a:rPr>
              <a:t>+ 1.157x</a:t>
            </a:r>
            <a:r>
              <a:rPr baseline="-25000" lang="en" sz="1100">
                <a:solidFill>
                  <a:schemeClr val="dk1"/>
                </a:solidFill>
                <a:latin typeface="Lato"/>
                <a:ea typeface="Lato"/>
                <a:cs typeface="Lato"/>
                <a:sym typeface="Lato"/>
              </a:rPr>
              <a:t>4</a:t>
            </a:r>
            <a:r>
              <a:rPr lang="en" sz="1100">
                <a:solidFill>
                  <a:schemeClr val="dk1"/>
                </a:solidFill>
                <a:latin typeface="Lato"/>
                <a:ea typeface="Lato"/>
                <a:cs typeface="Lato"/>
                <a:sym typeface="Lato"/>
              </a:rPr>
              <a:t> -0.155x</a:t>
            </a:r>
            <a:r>
              <a:rPr baseline="-25000" lang="en" sz="1100">
                <a:solidFill>
                  <a:schemeClr val="dk1"/>
                </a:solidFill>
                <a:latin typeface="Lato"/>
                <a:ea typeface="Lato"/>
                <a:cs typeface="Lato"/>
                <a:sym typeface="Lato"/>
              </a:rPr>
              <a:t>5</a:t>
            </a:r>
            <a:r>
              <a:rPr lang="en" sz="1100">
                <a:solidFill>
                  <a:schemeClr val="dk1"/>
                </a:solidFill>
                <a:latin typeface="Lato"/>
                <a:ea typeface="Lato"/>
                <a:cs typeface="Lato"/>
                <a:sym typeface="Lato"/>
              </a:rPr>
              <a:t> …-</a:t>
            </a:r>
            <a:r>
              <a:rPr lang="en" sz="1100">
                <a:solidFill>
                  <a:schemeClr val="dk1"/>
                </a:solidFill>
                <a:latin typeface="Lato"/>
                <a:ea typeface="Lato"/>
                <a:cs typeface="Lato"/>
                <a:sym typeface="Lato"/>
              </a:rPr>
              <a:t> 0.203x</a:t>
            </a:r>
            <a:r>
              <a:rPr baseline="-25000" lang="en" sz="1100">
                <a:solidFill>
                  <a:schemeClr val="dk1"/>
                </a:solidFill>
                <a:latin typeface="Lato"/>
                <a:ea typeface="Lato"/>
                <a:cs typeface="Lato"/>
                <a:sym typeface="Lato"/>
              </a:rPr>
              <a:t>27</a:t>
            </a:r>
            <a:endParaRPr/>
          </a:p>
        </p:txBody>
      </p:sp>
      <p:sp>
        <p:nvSpPr>
          <p:cNvPr id="1089" name="Google Shape;1089;p34"/>
          <p:cNvSpPr txBox="1"/>
          <p:nvPr/>
        </p:nvSpPr>
        <p:spPr>
          <a:xfrm>
            <a:off x="2207025" y="2351725"/>
            <a:ext cx="37122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33.83% of the variation in the target variable is explained by the model.</a:t>
            </a:r>
            <a:endParaRPr/>
          </a:p>
        </p:txBody>
      </p:sp>
      <p:sp>
        <p:nvSpPr>
          <p:cNvPr id="1090" name="Google Shape;1090;p34"/>
          <p:cNvSpPr/>
          <p:nvPr/>
        </p:nvSpPr>
        <p:spPr>
          <a:xfrm>
            <a:off x="3578800" y="3386474"/>
            <a:ext cx="1170900" cy="1830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1" name="Google Shape;1091;p34"/>
          <p:cNvSpPr txBox="1"/>
          <p:nvPr/>
        </p:nvSpPr>
        <p:spPr>
          <a:xfrm>
            <a:off x="3603850" y="4022525"/>
            <a:ext cx="44985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ato"/>
                <a:ea typeface="Lato"/>
                <a:cs typeface="Lato"/>
                <a:sym typeface="Lato"/>
              </a:rPr>
              <a:t>Key academic and demographic features like study time, academic failures, school, gender, and future education goals—are significant predictors. With a moderate R</a:t>
            </a:r>
            <a:r>
              <a:rPr baseline="30000" lang="en" sz="1100">
                <a:latin typeface="Lato"/>
                <a:ea typeface="Lato"/>
                <a:cs typeface="Lato"/>
                <a:sym typeface="Lato"/>
              </a:rPr>
              <a:t>2</a:t>
            </a:r>
            <a:r>
              <a:rPr lang="en" sz="1100">
                <a:latin typeface="Lato"/>
                <a:ea typeface="Lato"/>
                <a:cs typeface="Lato"/>
                <a:sym typeface="Lato"/>
              </a:rPr>
              <a:t>. This </a:t>
            </a:r>
            <a:r>
              <a:rPr lang="en" sz="1100">
                <a:latin typeface="Lato"/>
                <a:ea typeface="Lato"/>
                <a:cs typeface="Lato"/>
                <a:sym typeface="Lato"/>
              </a:rPr>
              <a:t>selection</a:t>
            </a:r>
            <a:r>
              <a:rPr lang="en" sz="1100">
                <a:latin typeface="Lato"/>
                <a:ea typeface="Lato"/>
                <a:cs typeface="Lato"/>
                <a:sym typeface="Lato"/>
              </a:rPr>
              <a:t> method has the lowest RMSE.</a:t>
            </a:r>
            <a:endParaRPr>
              <a:solidFill>
                <a:schemeClr val="dk1"/>
              </a:solidFill>
              <a:latin typeface="Lato"/>
              <a:ea typeface="Lato"/>
              <a:cs typeface="Lato"/>
              <a:sym typeface="Lato"/>
            </a:endParaRPr>
          </a:p>
        </p:txBody>
      </p:sp>
      <p:pic>
        <p:nvPicPr>
          <p:cNvPr id="1092" name="Google Shape;1092;p34"/>
          <p:cNvPicPr preferRelativeResize="0"/>
          <p:nvPr/>
        </p:nvPicPr>
        <p:blipFill>
          <a:blip r:embed="rId4">
            <a:alphaModFix/>
          </a:blip>
          <a:stretch>
            <a:fillRect/>
          </a:stretch>
        </p:blipFill>
        <p:spPr>
          <a:xfrm>
            <a:off x="6698238" y="1285444"/>
            <a:ext cx="1422125" cy="1132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35"/>
          <p:cNvSpPr txBox="1"/>
          <p:nvPr>
            <p:ph idx="15" type="title"/>
          </p:nvPr>
        </p:nvSpPr>
        <p:spPr>
          <a:xfrm>
            <a:off x="896750" y="7127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MLR: Backward Selection</a:t>
            </a:r>
            <a:endParaRPr/>
          </a:p>
        </p:txBody>
      </p:sp>
      <p:sp>
        <p:nvSpPr>
          <p:cNvPr id="1098" name="Google Shape;1098;p35"/>
          <p:cNvSpPr txBox="1"/>
          <p:nvPr>
            <p:ph idx="13" type="subTitle"/>
          </p:nvPr>
        </p:nvSpPr>
        <p:spPr>
          <a:xfrm>
            <a:off x="3045513" y="1144188"/>
            <a:ext cx="2955300" cy="44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i="1" lang="en" u="sng"/>
              <a:t>check assumptions:</a:t>
            </a:r>
            <a:endParaRPr i="1" u="sng"/>
          </a:p>
        </p:txBody>
      </p:sp>
      <p:sp>
        <p:nvSpPr>
          <p:cNvPr id="1099" name="Google Shape;1099;p35"/>
          <p:cNvSpPr/>
          <p:nvPr/>
        </p:nvSpPr>
        <p:spPr>
          <a:xfrm>
            <a:off x="50025" y="8009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100" name="Google Shape;1100;p35"/>
          <p:cNvGrpSpPr/>
          <p:nvPr/>
        </p:nvGrpSpPr>
        <p:grpSpPr>
          <a:xfrm rot="685179">
            <a:off x="8248269" y="1127190"/>
            <a:ext cx="639337" cy="537355"/>
            <a:chOff x="7803360" y="4187880"/>
            <a:chExt cx="430560" cy="304920"/>
          </a:xfrm>
        </p:grpSpPr>
        <p:sp>
          <p:nvSpPr>
            <p:cNvPr id="1101" name="Google Shape;1101;p35"/>
            <p:cNvSpPr/>
            <p:nvPr/>
          </p:nvSpPr>
          <p:spPr>
            <a:xfrm>
              <a:off x="7830720" y="4194000"/>
              <a:ext cx="375840" cy="246240"/>
            </a:xfrm>
            <a:custGeom>
              <a:rect b="b" l="l" r="r" t="t"/>
              <a:pathLst>
                <a:path extrusionOk="0" h="684" w="1044">
                  <a:moveTo>
                    <a:pt x="0" y="684"/>
                  </a:moveTo>
                  <a:lnTo>
                    <a:pt x="0" y="78"/>
                  </a:lnTo>
                  <a:cubicBezTo>
                    <a:pt x="0" y="35"/>
                    <a:pt x="34" y="0"/>
                    <a:pt x="77" y="0"/>
                  </a:cubicBezTo>
                  <a:lnTo>
                    <a:pt x="967" y="0"/>
                  </a:lnTo>
                  <a:cubicBezTo>
                    <a:pt x="1009" y="0"/>
                    <a:pt x="1044" y="35"/>
                    <a:pt x="1044" y="78"/>
                  </a:cubicBezTo>
                  <a:lnTo>
                    <a:pt x="1044" y="684"/>
                  </a:lnTo>
                  <a:lnTo>
                    <a:pt x="0" y="684"/>
                  </a:ln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2" name="Google Shape;1102;p35"/>
            <p:cNvSpPr/>
            <p:nvPr/>
          </p:nvSpPr>
          <p:spPr>
            <a:xfrm>
              <a:off x="7858440" y="4222080"/>
              <a:ext cx="320400" cy="208800"/>
            </a:xfrm>
            <a:custGeom>
              <a:rect b="b" l="l" r="r" t="t"/>
              <a:pathLst>
                <a:path extrusionOk="0" h="580" w="890">
                  <a:moveTo>
                    <a:pt x="890" y="566"/>
                  </a:moveTo>
                  <a:lnTo>
                    <a:pt x="890" y="14"/>
                  </a:lnTo>
                  <a:cubicBezTo>
                    <a:pt x="890" y="6"/>
                    <a:pt x="883" y="0"/>
                    <a:pt x="876" y="0"/>
                  </a:cubicBezTo>
                  <a:lnTo>
                    <a:pt x="14" y="0"/>
                  </a:lnTo>
                  <a:cubicBezTo>
                    <a:pt x="6" y="0"/>
                    <a:pt x="0" y="6"/>
                    <a:pt x="0" y="14"/>
                  </a:cubicBezTo>
                  <a:lnTo>
                    <a:pt x="0" y="566"/>
                  </a:lnTo>
                  <a:cubicBezTo>
                    <a:pt x="0" y="574"/>
                    <a:pt x="6" y="580"/>
                    <a:pt x="14" y="580"/>
                  </a:cubicBezTo>
                  <a:lnTo>
                    <a:pt x="876" y="580"/>
                  </a:lnTo>
                  <a:cubicBezTo>
                    <a:pt x="883" y="580"/>
                    <a:pt x="890" y="574"/>
                    <a:pt x="890" y="566"/>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3" name="Google Shape;1103;p35"/>
            <p:cNvSpPr/>
            <p:nvPr/>
          </p:nvSpPr>
          <p:spPr>
            <a:xfrm>
              <a:off x="7900200" y="4312440"/>
              <a:ext cx="27720" cy="28080"/>
            </a:xfrm>
            <a:custGeom>
              <a:rect b="b" l="l" r="r" t="t"/>
              <a:pathLst>
                <a:path extrusionOk="0" h="78" w="77">
                  <a:moveTo>
                    <a:pt x="77" y="39"/>
                  </a:moveTo>
                  <a:cubicBezTo>
                    <a:pt x="77" y="60"/>
                    <a:pt x="60" y="78"/>
                    <a:pt x="39" y="78"/>
                  </a:cubicBezTo>
                  <a:cubicBezTo>
                    <a:pt x="17" y="78"/>
                    <a:pt x="0" y="60"/>
                    <a:pt x="0" y="39"/>
                  </a:cubicBezTo>
                  <a:cubicBezTo>
                    <a:pt x="0" y="18"/>
                    <a:pt x="17" y="0"/>
                    <a:pt x="39" y="0"/>
                  </a:cubicBezTo>
                  <a:cubicBezTo>
                    <a:pt x="60" y="0"/>
                    <a:pt x="77" y="18"/>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4" name="Google Shape;1104;p35"/>
            <p:cNvSpPr/>
            <p:nvPr/>
          </p:nvSpPr>
          <p:spPr>
            <a:xfrm>
              <a:off x="7969680" y="4354200"/>
              <a:ext cx="28080" cy="28080"/>
            </a:xfrm>
            <a:custGeom>
              <a:rect b="b" l="l" r="r" t="t"/>
              <a:pathLst>
                <a:path extrusionOk="0" h="78" w="78">
                  <a:moveTo>
                    <a:pt x="78" y="39"/>
                  </a:moveTo>
                  <a:cubicBezTo>
                    <a:pt x="78" y="60"/>
                    <a:pt x="60" y="78"/>
                    <a:pt x="39" y="78"/>
                  </a:cubicBezTo>
                  <a:cubicBezTo>
                    <a:pt x="18" y="78"/>
                    <a:pt x="0" y="60"/>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5" name="Google Shape;1105;p35"/>
            <p:cNvSpPr/>
            <p:nvPr/>
          </p:nvSpPr>
          <p:spPr>
            <a:xfrm>
              <a:off x="8039520" y="4284720"/>
              <a:ext cx="27720" cy="27720"/>
            </a:xfrm>
            <a:custGeom>
              <a:rect b="b" l="l" r="r" t="t"/>
              <a:pathLst>
                <a:path extrusionOk="0" h="77" w="77">
                  <a:moveTo>
                    <a:pt x="77" y="39"/>
                  </a:moveTo>
                  <a:cubicBezTo>
                    <a:pt x="77" y="60"/>
                    <a:pt x="60" y="77"/>
                    <a:pt x="38" y="77"/>
                  </a:cubicBezTo>
                  <a:cubicBezTo>
                    <a:pt x="17" y="77"/>
                    <a:pt x="0" y="60"/>
                    <a:pt x="0" y="39"/>
                  </a:cubicBezTo>
                  <a:cubicBezTo>
                    <a:pt x="0" y="17"/>
                    <a:pt x="17" y="0"/>
                    <a:pt x="38" y="0"/>
                  </a:cubicBezTo>
                  <a:cubicBezTo>
                    <a:pt x="60" y="0"/>
                    <a:pt x="77" y="17"/>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6" name="Google Shape;1106;p35"/>
            <p:cNvSpPr/>
            <p:nvPr/>
          </p:nvSpPr>
          <p:spPr>
            <a:xfrm>
              <a:off x="8109000" y="4256640"/>
              <a:ext cx="28080" cy="28080"/>
            </a:xfrm>
            <a:custGeom>
              <a:rect b="b" l="l" r="r" t="t"/>
              <a:pathLst>
                <a:path extrusionOk="0" h="78" w="78">
                  <a:moveTo>
                    <a:pt x="78" y="39"/>
                  </a:moveTo>
                  <a:cubicBezTo>
                    <a:pt x="78" y="61"/>
                    <a:pt x="60" y="78"/>
                    <a:pt x="39" y="78"/>
                  </a:cubicBezTo>
                  <a:cubicBezTo>
                    <a:pt x="18" y="78"/>
                    <a:pt x="0" y="61"/>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7" name="Google Shape;1107;p35"/>
            <p:cNvSpPr/>
            <p:nvPr/>
          </p:nvSpPr>
          <p:spPr>
            <a:xfrm>
              <a:off x="7809480" y="4430880"/>
              <a:ext cx="417960" cy="55800"/>
            </a:xfrm>
            <a:custGeom>
              <a:rect b="b" l="l" r="r" t="t"/>
              <a:pathLst>
                <a:path extrusionOk="0" h="155" w="1161">
                  <a:moveTo>
                    <a:pt x="1161" y="14"/>
                  </a:moveTo>
                  <a:lnTo>
                    <a:pt x="1161" y="77"/>
                  </a:lnTo>
                  <a:cubicBezTo>
                    <a:pt x="1161" y="120"/>
                    <a:pt x="1126" y="155"/>
                    <a:pt x="1084" y="155"/>
                  </a:cubicBezTo>
                  <a:lnTo>
                    <a:pt x="78" y="155"/>
                  </a:lnTo>
                  <a:cubicBezTo>
                    <a:pt x="35" y="155"/>
                    <a:pt x="0" y="120"/>
                    <a:pt x="0" y="77"/>
                  </a:cubicBezTo>
                  <a:lnTo>
                    <a:pt x="0" y="14"/>
                  </a:lnTo>
                  <a:cubicBezTo>
                    <a:pt x="0" y="6"/>
                    <a:pt x="7" y="0"/>
                    <a:pt x="14" y="0"/>
                  </a:cubicBezTo>
                  <a:lnTo>
                    <a:pt x="1147" y="0"/>
                  </a:lnTo>
                  <a:cubicBezTo>
                    <a:pt x="1155" y="0"/>
                    <a:pt x="1161" y="6"/>
                    <a:pt x="1161" y="14"/>
                  </a:cubicBezTo>
                  <a:close/>
                </a:path>
              </a:pathLst>
            </a:custGeom>
            <a:solidFill>
              <a:srgbClr val="008F95"/>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8" name="Google Shape;1108;p35"/>
            <p:cNvSpPr/>
            <p:nvPr/>
          </p:nvSpPr>
          <p:spPr>
            <a:xfrm>
              <a:off x="7971480" y="4430880"/>
              <a:ext cx="94680" cy="27720"/>
            </a:xfrm>
            <a:custGeom>
              <a:rect b="b" l="l" r="r" t="t"/>
              <a:pathLst>
                <a:path extrusionOk="0" h="77" w="263">
                  <a:moveTo>
                    <a:pt x="0" y="17"/>
                  </a:moveTo>
                  <a:lnTo>
                    <a:pt x="12" y="67"/>
                  </a:lnTo>
                  <a:cubicBezTo>
                    <a:pt x="14" y="73"/>
                    <a:pt x="19" y="77"/>
                    <a:pt x="26" y="77"/>
                  </a:cubicBezTo>
                  <a:lnTo>
                    <a:pt x="236" y="77"/>
                  </a:lnTo>
                  <a:cubicBezTo>
                    <a:pt x="242" y="77"/>
                    <a:pt x="248" y="73"/>
                    <a:pt x="249" y="67"/>
                  </a:cubicBezTo>
                  <a:lnTo>
                    <a:pt x="262" y="17"/>
                  </a:lnTo>
                  <a:cubicBezTo>
                    <a:pt x="264" y="9"/>
                    <a:pt x="257" y="0"/>
                    <a:pt x="248" y="0"/>
                  </a:cubicBezTo>
                  <a:lnTo>
                    <a:pt x="13" y="0"/>
                  </a:lnTo>
                  <a:cubicBezTo>
                    <a:pt x="4" y="0"/>
                    <a:pt x="-3" y="9"/>
                    <a:pt x="0" y="1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09" name="Google Shape;1109;p35"/>
            <p:cNvSpPr/>
            <p:nvPr/>
          </p:nvSpPr>
          <p:spPr>
            <a:xfrm>
              <a:off x="7803360" y="4187880"/>
              <a:ext cx="430560" cy="304920"/>
            </a:xfrm>
            <a:custGeom>
              <a:rect b="b" l="l" r="r" t="t"/>
              <a:pathLst>
                <a:path extrusionOk="0" h="847" w="1196">
                  <a:moveTo>
                    <a:pt x="700" y="735"/>
                  </a:moveTo>
                  <a:lnTo>
                    <a:pt x="495" y="735"/>
                  </a:lnTo>
                  <a:lnTo>
                    <a:pt x="485" y="693"/>
                  </a:lnTo>
                  <a:lnTo>
                    <a:pt x="711" y="693"/>
                  </a:lnTo>
                  <a:lnTo>
                    <a:pt x="700" y="735"/>
                  </a:lnTo>
                  <a:moveTo>
                    <a:pt x="170" y="112"/>
                  </a:moveTo>
                  <a:lnTo>
                    <a:pt x="1025" y="112"/>
                  </a:lnTo>
                  <a:lnTo>
                    <a:pt x="1025" y="658"/>
                  </a:lnTo>
                  <a:lnTo>
                    <a:pt x="170" y="658"/>
                  </a:lnTo>
                  <a:lnTo>
                    <a:pt x="170" y="112"/>
                  </a:lnTo>
                  <a:moveTo>
                    <a:pt x="93" y="95"/>
                  </a:moveTo>
                  <a:cubicBezTo>
                    <a:pt x="93" y="62"/>
                    <a:pt x="120" y="35"/>
                    <a:pt x="153" y="35"/>
                  </a:cubicBezTo>
                  <a:lnTo>
                    <a:pt x="1043" y="35"/>
                  </a:lnTo>
                  <a:cubicBezTo>
                    <a:pt x="1076" y="35"/>
                    <a:pt x="1103" y="62"/>
                    <a:pt x="1103" y="95"/>
                  </a:cubicBezTo>
                  <a:lnTo>
                    <a:pt x="1103" y="658"/>
                  </a:lnTo>
                  <a:lnTo>
                    <a:pt x="1060" y="658"/>
                  </a:lnTo>
                  <a:lnTo>
                    <a:pt x="1060" y="95"/>
                  </a:lnTo>
                  <a:cubicBezTo>
                    <a:pt x="1060" y="85"/>
                    <a:pt x="1052" y="77"/>
                    <a:pt x="1043" y="77"/>
                  </a:cubicBezTo>
                  <a:lnTo>
                    <a:pt x="153" y="77"/>
                  </a:lnTo>
                  <a:cubicBezTo>
                    <a:pt x="143" y="77"/>
                    <a:pt x="135" y="85"/>
                    <a:pt x="135" y="95"/>
                  </a:cubicBezTo>
                  <a:lnTo>
                    <a:pt x="135" y="658"/>
                  </a:lnTo>
                  <a:lnTo>
                    <a:pt x="93" y="658"/>
                  </a:lnTo>
                  <a:lnTo>
                    <a:pt x="93" y="95"/>
                  </a:lnTo>
                  <a:moveTo>
                    <a:pt x="1178" y="658"/>
                  </a:moveTo>
                  <a:lnTo>
                    <a:pt x="1138" y="658"/>
                  </a:lnTo>
                  <a:lnTo>
                    <a:pt x="1138" y="95"/>
                  </a:lnTo>
                  <a:cubicBezTo>
                    <a:pt x="1138" y="42"/>
                    <a:pt x="1095" y="0"/>
                    <a:pt x="1043" y="0"/>
                  </a:cubicBezTo>
                  <a:lnTo>
                    <a:pt x="153" y="0"/>
                  </a:lnTo>
                  <a:cubicBezTo>
                    <a:pt x="101" y="0"/>
                    <a:pt x="58" y="42"/>
                    <a:pt x="58" y="95"/>
                  </a:cubicBezTo>
                  <a:lnTo>
                    <a:pt x="58" y="658"/>
                  </a:lnTo>
                  <a:lnTo>
                    <a:pt x="17" y="658"/>
                  </a:lnTo>
                  <a:cubicBezTo>
                    <a:pt x="8" y="658"/>
                    <a:pt x="0" y="665"/>
                    <a:pt x="0" y="675"/>
                  </a:cubicBezTo>
                  <a:lnTo>
                    <a:pt x="0" y="752"/>
                  </a:lnTo>
                  <a:cubicBezTo>
                    <a:pt x="0" y="805"/>
                    <a:pt x="43" y="847"/>
                    <a:pt x="95" y="847"/>
                  </a:cubicBezTo>
                  <a:lnTo>
                    <a:pt x="157" y="847"/>
                  </a:lnTo>
                  <a:cubicBezTo>
                    <a:pt x="166" y="847"/>
                    <a:pt x="174" y="840"/>
                    <a:pt x="174" y="830"/>
                  </a:cubicBezTo>
                  <a:cubicBezTo>
                    <a:pt x="174" y="820"/>
                    <a:pt x="166" y="812"/>
                    <a:pt x="157" y="812"/>
                  </a:cubicBezTo>
                  <a:lnTo>
                    <a:pt x="95" y="812"/>
                  </a:lnTo>
                  <a:cubicBezTo>
                    <a:pt x="62" y="812"/>
                    <a:pt x="35" y="785"/>
                    <a:pt x="35" y="752"/>
                  </a:cubicBezTo>
                  <a:lnTo>
                    <a:pt x="35" y="693"/>
                  </a:lnTo>
                  <a:lnTo>
                    <a:pt x="75" y="693"/>
                  </a:lnTo>
                  <a:lnTo>
                    <a:pt x="76" y="693"/>
                  </a:lnTo>
                  <a:lnTo>
                    <a:pt x="76" y="693"/>
                  </a:lnTo>
                  <a:lnTo>
                    <a:pt x="153" y="693"/>
                  </a:lnTo>
                  <a:lnTo>
                    <a:pt x="153" y="693"/>
                  </a:lnTo>
                  <a:lnTo>
                    <a:pt x="153" y="693"/>
                  </a:lnTo>
                  <a:lnTo>
                    <a:pt x="449" y="693"/>
                  </a:lnTo>
                  <a:lnTo>
                    <a:pt x="465" y="757"/>
                  </a:lnTo>
                  <a:cubicBezTo>
                    <a:pt x="467" y="765"/>
                    <a:pt x="474" y="770"/>
                    <a:pt x="482" y="770"/>
                  </a:cubicBezTo>
                  <a:lnTo>
                    <a:pt x="714" y="770"/>
                  </a:lnTo>
                  <a:cubicBezTo>
                    <a:pt x="722" y="770"/>
                    <a:pt x="729" y="765"/>
                    <a:pt x="731" y="757"/>
                  </a:cubicBezTo>
                  <a:lnTo>
                    <a:pt x="747" y="693"/>
                  </a:lnTo>
                  <a:lnTo>
                    <a:pt x="1043" y="693"/>
                  </a:lnTo>
                  <a:lnTo>
                    <a:pt x="1043" y="693"/>
                  </a:lnTo>
                  <a:lnTo>
                    <a:pt x="1043" y="693"/>
                  </a:lnTo>
                  <a:lnTo>
                    <a:pt x="1120" y="693"/>
                  </a:lnTo>
                  <a:lnTo>
                    <a:pt x="1120" y="693"/>
                  </a:lnTo>
                  <a:lnTo>
                    <a:pt x="1120" y="693"/>
                  </a:lnTo>
                  <a:lnTo>
                    <a:pt x="1161" y="693"/>
                  </a:lnTo>
                  <a:lnTo>
                    <a:pt x="1161" y="752"/>
                  </a:lnTo>
                  <a:cubicBezTo>
                    <a:pt x="1161" y="785"/>
                    <a:pt x="1134" y="812"/>
                    <a:pt x="1101" y="812"/>
                  </a:cubicBezTo>
                  <a:lnTo>
                    <a:pt x="227" y="812"/>
                  </a:lnTo>
                  <a:cubicBezTo>
                    <a:pt x="217" y="812"/>
                    <a:pt x="209" y="820"/>
                    <a:pt x="209" y="830"/>
                  </a:cubicBezTo>
                  <a:cubicBezTo>
                    <a:pt x="209" y="840"/>
                    <a:pt x="217" y="847"/>
                    <a:pt x="227" y="847"/>
                  </a:cubicBezTo>
                  <a:lnTo>
                    <a:pt x="1101" y="847"/>
                  </a:lnTo>
                  <a:cubicBezTo>
                    <a:pt x="1153" y="847"/>
                    <a:pt x="1196" y="805"/>
                    <a:pt x="1196" y="752"/>
                  </a:cubicBezTo>
                  <a:lnTo>
                    <a:pt x="1196" y="675"/>
                  </a:lnTo>
                  <a:cubicBezTo>
                    <a:pt x="1196" y="665"/>
                    <a:pt x="1188" y="658"/>
                    <a:pt x="1178" y="65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0" name="Google Shape;1110;p35"/>
            <p:cNvSpPr/>
            <p:nvPr/>
          </p:nvSpPr>
          <p:spPr>
            <a:xfrm>
              <a:off x="7893720" y="4250520"/>
              <a:ext cx="249480" cy="137880"/>
            </a:xfrm>
            <a:custGeom>
              <a:rect b="b" l="l" r="r" t="t"/>
              <a:pathLst>
                <a:path extrusionOk="0" h="383" w="693">
                  <a:moveTo>
                    <a:pt x="637" y="35"/>
                  </a:moveTo>
                  <a:cubicBezTo>
                    <a:pt x="649" y="35"/>
                    <a:pt x="658" y="45"/>
                    <a:pt x="658" y="56"/>
                  </a:cubicBezTo>
                  <a:cubicBezTo>
                    <a:pt x="658" y="68"/>
                    <a:pt x="649" y="77"/>
                    <a:pt x="637" y="77"/>
                  </a:cubicBezTo>
                  <a:cubicBezTo>
                    <a:pt x="625" y="77"/>
                    <a:pt x="616" y="68"/>
                    <a:pt x="616" y="56"/>
                  </a:cubicBezTo>
                  <a:cubicBezTo>
                    <a:pt x="616" y="45"/>
                    <a:pt x="625" y="35"/>
                    <a:pt x="637" y="35"/>
                  </a:cubicBezTo>
                  <a:moveTo>
                    <a:pt x="443" y="155"/>
                  </a:moveTo>
                  <a:cubicBezTo>
                    <a:pt x="432" y="155"/>
                    <a:pt x="422" y="145"/>
                    <a:pt x="422" y="134"/>
                  </a:cubicBezTo>
                  <a:cubicBezTo>
                    <a:pt x="422" y="122"/>
                    <a:pt x="432" y="112"/>
                    <a:pt x="443" y="112"/>
                  </a:cubicBezTo>
                  <a:cubicBezTo>
                    <a:pt x="455" y="112"/>
                    <a:pt x="465" y="122"/>
                    <a:pt x="465" y="134"/>
                  </a:cubicBezTo>
                  <a:cubicBezTo>
                    <a:pt x="465" y="145"/>
                    <a:pt x="455" y="155"/>
                    <a:pt x="443" y="155"/>
                  </a:cubicBezTo>
                  <a:moveTo>
                    <a:pt x="250" y="348"/>
                  </a:moveTo>
                  <a:cubicBezTo>
                    <a:pt x="238" y="348"/>
                    <a:pt x="229" y="339"/>
                    <a:pt x="229" y="327"/>
                  </a:cubicBezTo>
                  <a:cubicBezTo>
                    <a:pt x="229" y="315"/>
                    <a:pt x="238" y="306"/>
                    <a:pt x="250" y="306"/>
                  </a:cubicBezTo>
                  <a:cubicBezTo>
                    <a:pt x="262" y="306"/>
                    <a:pt x="271" y="315"/>
                    <a:pt x="271" y="327"/>
                  </a:cubicBezTo>
                  <a:cubicBezTo>
                    <a:pt x="271" y="339"/>
                    <a:pt x="262" y="348"/>
                    <a:pt x="250" y="348"/>
                  </a:cubicBezTo>
                  <a:moveTo>
                    <a:pt x="57" y="232"/>
                  </a:moveTo>
                  <a:cubicBezTo>
                    <a:pt x="45" y="232"/>
                    <a:pt x="35" y="223"/>
                    <a:pt x="35" y="211"/>
                  </a:cubicBezTo>
                  <a:cubicBezTo>
                    <a:pt x="35" y="199"/>
                    <a:pt x="45" y="190"/>
                    <a:pt x="57" y="190"/>
                  </a:cubicBezTo>
                  <a:cubicBezTo>
                    <a:pt x="68" y="190"/>
                    <a:pt x="78" y="199"/>
                    <a:pt x="78" y="211"/>
                  </a:cubicBezTo>
                  <a:cubicBezTo>
                    <a:pt x="78" y="223"/>
                    <a:pt x="68" y="232"/>
                    <a:pt x="57" y="232"/>
                  </a:cubicBezTo>
                  <a:moveTo>
                    <a:pt x="637" y="112"/>
                  </a:moveTo>
                  <a:cubicBezTo>
                    <a:pt x="668" y="112"/>
                    <a:pt x="693" y="87"/>
                    <a:pt x="693" y="56"/>
                  </a:cubicBezTo>
                  <a:cubicBezTo>
                    <a:pt x="693" y="25"/>
                    <a:pt x="668" y="0"/>
                    <a:pt x="637" y="0"/>
                  </a:cubicBezTo>
                  <a:cubicBezTo>
                    <a:pt x="606" y="0"/>
                    <a:pt x="581" y="25"/>
                    <a:pt x="581" y="56"/>
                  </a:cubicBezTo>
                  <a:cubicBezTo>
                    <a:pt x="581" y="57"/>
                    <a:pt x="581" y="57"/>
                    <a:pt x="581" y="58"/>
                  </a:cubicBezTo>
                  <a:lnTo>
                    <a:pt x="488" y="99"/>
                  </a:lnTo>
                  <a:cubicBezTo>
                    <a:pt x="477" y="86"/>
                    <a:pt x="461" y="77"/>
                    <a:pt x="443" y="77"/>
                  </a:cubicBezTo>
                  <a:cubicBezTo>
                    <a:pt x="412" y="77"/>
                    <a:pt x="387" y="103"/>
                    <a:pt x="387" y="134"/>
                  </a:cubicBezTo>
                  <a:cubicBezTo>
                    <a:pt x="387" y="142"/>
                    <a:pt x="389" y="149"/>
                    <a:pt x="392" y="156"/>
                  </a:cubicBezTo>
                  <a:lnTo>
                    <a:pt x="278" y="278"/>
                  </a:lnTo>
                  <a:cubicBezTo>
                    <a:pt x="270" y="274"/>
                    <a:pt x="260" y="271"/>
                    <a:pt x="250" y="271"/>
                  </a:cubicBezTo>
                  <a:cubicBezTo>
                    <a:pt x="235" y="271"/>
                    <a:pt x="222" y="277"/>
                    <a:pt x="212" y="286"/>
                  </a:cubicBezTo>
                  <a:lnTo>
                    <a:pt x="112" y="221"/>
                  </a:lnTo>
                  <a:cubicBezTo>
                    <a:pt x="113" y="218"/>
                    <a:pt x="113" y="214"/>
                    <a:pt x="113" y="211"/>
                  </a:cubicBezTo>
                  <a:cubicBezTo>
                    <a:pt x="113" y="180"/>
                    <a:pt x="88" y="155"/>
                    <a:pt x="57" y="155"/>
                  </a:cubicBezTo>
                  <a:cubicBezTo>
                    <a:pt x="26" y="155"/>
                    <a:pt x="0" y="180"/>
                    <a:pt x="0" y="211"/>
                  </a:cubicBezTo>
                  <a:cubicBezTo>
                    <a:pt x="0" y="242"/>
                    <a:pt x="26" y="267"/>
                    <a:pt x="57" y="267"/>
                  </a:cubicBezTo>
                  <a:cubicBezTo>
                    <a:pt x="72" y="267"/>
                    <a:pt x="85" y="261"/>
                    <a:pt x="95" y="252"/>
                  </a:cubicBezTo>
                  <a:lnTo>
                    <a:pt x="195" y="317"/>
                  </a:lnTo>
                  <a:cubicBezTo>
                    <a:pt x="194" y="320"/>
                    <a:pt x="194" y="324"/>
                    <a:pt x="194" y="327"/>
                  </a:cubicBezTo>
                  <a:cubicBezTo>
                    <a:pt x="194" y="358"/>
                    <a:pt x="219" y="383"/>
                    <a:pt x="250" y="383"/>
                  </a:cubicBezTo>
                  <a:cubicBezTo>
                    <a:pt x="281" y="383"/>
                    <a:pt x="306" y="358"/>
                    <a:pt x="306" y="327"/>
                  </a:cubicBezTo>
                  <a:cubicBezTo>
                    <a:pt x="306" y="319"/>
                    <a:pt x="305" y="311"/>
                    <a:pt x="302" y="305"/>
                  </a:cubicBezTo>
                  <a:lnTo>
                    <a:pt x="415" y="182"/>
                  </a:lnTo>
                  <a:cubicBezTo>
                    <a:pt x="424" y="187"/>
                    <a:pt x="433" y="190"/>
                    <a:pt x="443" y="190"/>
                  </a:cubicBezTo>
                  <a:cubicBezTo>
                    <a:pt x="474" y="190"/>
                    <a:pt x="500" y="165"/>
                    <a:pt x="500" y="134"/>
                  </a:cubicBezTo>
                  <a:cubicBezTo>
                    <a:pt x="500" y="133"/>
                    <a:pt x="500" y="132"/>
                    <a:pt x="500" y="132"/>
                  </a:cubicBezTo>
                  <a:lnTo>
                    <a:pt x="593" y="91"/>
                  </a:lnTo>
                  <a:cubicBezTo>
                    <a:pt x="603" y="104"/>
                    <a:pt x="619" y="112"/>
                    <a:pt x="637" y="11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1" name="Google Shape;1111;p35"/>
            <p:cNvSpPr/>
            <p:nvPr/>
          </p:nvSpPr>
          <p:spPr>
            <a:xfrm>
              <a:off x="8109360" y="4361400"/>
              <a:ext cx="40680" cy="41040"/>
            </a:xfrm>
            <a:custGeom>
              <a:rect b="b" l="l" r="r" t="t"/>
              <a:pathLst>
                <a:path extrusionOk="0" h="114" w="113">
                  <a:moveTo>
                    <a:pt x="78" y="79"/>
                  </a:moveTo>
                  <a:lnTo>
                    <a:pt x="35" y="79"/>
                  </a:lnTo>
                  <a:lnTo>
                    <a:pt x="35" y="35"/>
                  </a:lnTo>
                  <a:lnTo>
                    <a:pt x="78" y="35"/>
                  </a:lnTo>
                  <a:lnTo>
                    <a:pt x="78" y="79"/>
                  </a:lnTo>
                  <a:moveTo>
                    <a:pt x="96" y="0"/>
                  </a:moveTo>
                  <a:lnTo>
                    <a:pt x="17" y="0"/>
                  </a:lnTo>
                  <a:cubicBezTo>
                    <a:pt x="8" y="0"/>
                    <a:pt x="0" y="8"/>
                    <a:pt x="0" y="18"/>
                  </a:cubicBezTo>
                  <a:lnTo>
                    <a:pt x="0" y="96"/>
                  </a:lnTo>
                  <a:cubicBezTo>
                    <a:pt x="0" y="106"/>
                    <a:pt x="8" y="114"/>
                    <a:pt x="17" y="114"/>
                  </a:cubicBezTo>
                  <a:lnTo>
                    <a:pt x="96" y="114"/>
                  </a:lnTo>
                  <a:cubicBezTo>
                    <a:pt x="106" y="114"/>
                    <a:pt x="113" y="106"/>
                    <a:pt x="113" y="96"/>
                  </a:cubicBezTo>
                  <a:lnTo>
                    <a:pt x="113" y="18"/>
                  </a:lnTo>
                  <a:cubicBezTo>
                    <a:pt x="113" y="8"/>
                    <a:pt x="106" y="0"/>
                    <a:pt x="96"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12" name="Google Shape;1112;p35"/>
            <p:cNvSpPr/>
            <p:nvPr/>
          </p:nvSpPr>
          <p:spPr>
            <a:xfrm>
              <a:off x="8053920" y="4389840"/>
              <a:ext cx="40680" cy="12600"/>
            </a:xfrm>
            <a:custGeom>
              <a:rect b="b" l="l" r="r" t="t"/>
              <a:pathLst>
                <a:path extrusionOk="0" h="35" w="113">
                  <a:moveTo>
                    <a:pt x="95" y="0"/>
                  </a:moveTo>
                  <a:lnTo>
                    <a:pt x="18" y="0"/>
                  </a:lnTo>
                  <a:cubicBezTo>
                    <a:pt x="8" y="0"/>
                    <a:pt x="0" y="8"/>
                    <a:pt x="0" y="17"/>
                  </a:cubicBezTo>
                  <a:cubicBezTo>
                    <a:pt x="0" y="27"/>
                    <a:pt x="8" y="35"/>
                    <a:pt x="18" y="35"/>
                  </a:cubicBezTo>
                  <a:lnTo>
                    <a:pt x="95" y="35"/>
                  </a:lnTo>
                  <a:cubicBezTo>
                    <a:pt x="105" y="35"/>
                    <a:pt x="113" y="27"/>
                    <a:pt x="113" y="17"/>
                  </a:cubicBezTo>
                  <a:cubicBezTo>
                    <a:pt x="113" y="8"/>
                    <a:pt x="105" y="0"/>
                    <a:pt x="9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pic>
        <p:nvPicPr>
          <p:cNvPr id="1113" name="Google Shape;1113;p35"/>
          <p:cNvPicPr preferRelativeResize="0"/>
          <p:nvPr/>
        </p:nvPicPr>
        <p:blipFill>
          <a:blip r:embed="rId3">
            <a:alphaModFix/>
          </a:blip>
          <a:stretch>
            <a:fillRect/>
          </a:stretch>
        </p:blipFill>
        <p:spPr>
          <a:xfrm>
            <a:off x="713201" y="1591200"/>
            <a:ext cx="2470400" cy="1269686"/>
          </a:xfrm>
          <a:prstGeom prst="rect">
            <a:avLst/>
          </a:prstGeom>
          <a:noFill/>
          <a:ln>
            <a:noFill/>
          </a:ln>
        </p:spPr>
      </p:pic>
      <p:pic>
        <p:nvPicPr>
          <p:cNvPr id="1114" name="Google Shape;1114;p35"/>
          <p:cNvPicPr preferRelativeResize="0"/>
          <p:nvPr/>
        </p:nvPicPr>
        <p:blipFill>
          <a:blip r:embed="rId4">
            <a:alphaModFix/>
          </a:blip>
          <a:stretch>
            <a:fillRect/>
          </a:stretch>
        </p:blipFill>
        <p:spPr>
          <a:xfrm>
            <a:off x="5049288" y="1634414"/>
            <a:ext cx="3152126" cy="1874662"/>
          </a:xfrm>
          <a:prstGeom prst="rect">
            <a:avLst/>
          </a:prstGeom>
          <a:noFill/>
          <a:ln>
            <a:noFill/>
          </a:ln>
        </p:spPr>
      </p:pic>
      <p:sp>
        <p:nvSpPr>
          <p:cNvPr id="1115" name="Google Shape;1115;p35"/>
          <p:cNvSpPr txBox="1"/>
          <p:nvPr/>
        </p:nvSpPr>
        <p:spPr>
          <a:xfrm>
            <a:off x="3045525" y="1729825"/>
            <a:ext cx="1837200" cy="7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u="sng">
                <a:solidFill>
                  <a:schemeClr val="dk1"/>
                </a:solidFill>
                <a:latin typeface="Lato"/>
                <a:ea typeface="Lato"/>
                <a:cs typeface="Lato"/>
                <a:sym typeface="Lato"/>
              </a:rPr>
              <a:t>NORMALITY:</a:t>
            </a:r>
            <a:r>
              <a:rPr lang="en" sz="1100" u="sng">
                <a:solidFill>
                  <a:schemeClr val="dk1"/>
                </a:solidFill>
                <a:latin typeface="Lato"/>
                <a:ea typeface="Lato"/>
                <a:cs typeface="Lato"/>
                <a:sym typeface="Lato"/>
              </a:rPr>
              <a:t> </a:t>
            </a:r>
            <a:endParaRPr sz="1100" u="sng">
              <a:solidFill>
                <a:schemeClr val="dk1"/>
              </a:solidFill>
              <a:latin typeface="Lato"/>
              <a:ea typeface="Lato"/>
              <a:cs typeface="Lato"/>
              <a:sym typeface="Lato"/>
            </a:endParaRPr>
          </a:p>
          <a:p>
            <a:pPr indent="0" lvl="0" marL="0" rtl="0" algn="ctr">
              <a:spcBef>
                <a:spcPts val="0"/>
              </a:spcBef>
              <a:spcAft>
                <a:spcPts val="0"/>
              </a:spcAft>
              <a:buNone/>
            </a:pPr>
            <a:r>
              <a:rPr lang="en" sz="1000"/>
              <a:t>Normally distributed</a:t>
            </a:r>
            <a:endParaRPr sz="1100">
              <a:solidFill>
                <a:schemeClr val="dk1"/>
              </a:solidFill>
              <a:latin typeface="Lato"/>
              <a:ea typeface="Lato"/>
              <a:cs typeface="Lato"/>
              <a:sym typeface="Lato"/>
            </a:endParaRPr>
          </a:p>
        </p:txBody>
      </p:sp>
      <p:sp>
        <p:nvSpPr>
          <p:cNvPr id="1116" name="Google Shape;1116;p35"/>
          <p:cNvSpPr txBox="1"/>
          <p:nvPr/>
        </p:nvSpPr>
        <p:spPr>
          <a:xfrm>
            <a:off x="4882800" y="3552300"/>
            <a:ext cx="3485100" cy="65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INDEPENDENCE/</a:t>
            </a:r>
            <a:r>
              <a:rPr lang="en" u="sng">
                <a:solidFill>
                  <a:schemeClr val="dk1"/>
                </a:solidFill>
                <a:latin typeface="Lato"/>
                <a:ea typeface="Lato"/>
                <a:cs typeface="Lato"/>
                <a:sym typeface="Lato"/>
              </a:rPr>
              <a:t>HOMOSCEDASTICITY</a:t>
            </a:r>
            <a:r>
              <a:rPr lang="en" u="sng">
                <a:solidFill>
                  <a:schemeClr val="dk1"/>
                </a:solidFill>
                <a:latin typeface="Lato"/>
                <a:ea typeface="Lato"/>
                <a:cs typeface="Lato"/>
                <a:sym typeface="Lato"/>
              </a:rPr>
              <a:t>:</a:t>
            </a:r>
            <a:r>
              <a:rPr lang="en" sz="1200">
                <a:solidFill>
                  <a:schemeClr val="dk1"/>
                </a:solidFill>
                <a:latin typeface="Lato"/>
                <a:ea typeface="Lato"/>
                <a:cs typeface="Lato"/>
                <a:sym typeface="Lato"/>
              </a:rPr>
              <a:t> </a:t>
            </a:r>
            <a:endParaRPr sz="1200">
              <a:solidFill>
                <a:schemeClr val="dk1"/>
              </a:solidFill>
              <a:latin typeface="Lato"/>
              <a:ea typeface="Lato"/>
              <a:cs typeface="Lato"/>
              <a:sym typeface="Lato"/>
            </a:endParaRPr>
          </a:p>
          <a:p>
            <a:pPr indent="0" lvl="0" marL="0" rtl="0" algn="ctr">
              <a:spcBef>
                <a:spcPts val="0"/>
              </a:spcBef>
              <a:spcAft>
                <a:spcPts val="0"/>
              </a:spcAft>
              <a:buNone/>
            </a:pPr>
            <a:r>
              <a:rPr lang="en" sz="1200">
                <a:solidFill>
                  <a:schemeClr val="dk1"/>
                </a:solidFill>
                <a:latin typeface="Lato"/>
                <a:ea typeface="Lato"/>
                <a:cs typeface="Lato"/>
                <a:sym typeface="Lato"/>
              </a:rPr>
              <a:t>Assumption of its independence is satisfied. </a:t>
            </a:r>
            <a:r>
              <a:rPr lang="en" sz="1200">
                <a:solidFill>
                  <a:schemeClr val="dk1"/>
                </a:solidFill>
                <a:latin typeface="Lato"/>
                <a:ea typeface="Lato"/>
                <a:cs typeface="Lato"/>
                <a:sym typeface="Lato"/>
              </a:rPr>
              <a:t>Homoscedasticity</a:t>
            </a:r>
            <a:r>
              <a:rPr lang="en" sz="1200">
                <a:solidFill>
                  <a:schemeClr val="dk1"/>
                </a:solidFill>
                <a:latin typeface="Lato"/>
                <a:ea typeface="Lato"/>
                <a:cs typeface="Lato"/>
                <a:sym typeface="Lato"/>
              </a:rPr>
              <a:t> appears to be slightly violated due to some residuals being dispersed.</a:t>
            </a:r>
            <a:endParaRPr sz="1200">
              <a:solidFill>
                <a:schemeClr val="dk1"/>
              </a:solidFill>
              <a:latin typeface="Lato"/>
              <a:ea typeface="Lato"/>
              <a:cs typeface="Lato"/>
              <a:sym typeface="Lato"/>
            </a:endParaRPr>
          </a:p>
        </p:txBody>
      </p:sp>
      <p:pic>
        <p:nvPicPr>
          <p:cNvPr id="1117" name="Google Shape;1117;p35"/>
          <p:cNvPicPr preferRelativeResize="0"/>
          <p:nvPr/>
        </p:nvPicPr>
        <p:blipFill>
          <a:blip r:embed="rId5">
            <a:alphaModFix/>
          </a:blip>
          <a:stretch>
            <a:fillRect/>
          </a:stretch>
        </p:blipFill>
        <p:spPr>
          <a:xfrm>
            <a:off x="896750" y="3166626"/>
            <a:ext cx="2286851" cy="1374549"/>
          </a:xfrm>
          <a:prstGeom prst="rect">
            <a:avLst/>
          </a:prstGeom>
          <a:noFill/>
          <a:ln>
            <a:noFill/>
          </a:ln>
        </p:spPr>
      </p:pic>
      <p:sp>
        <p:nvSpPr>
          <p:cNvPr id="1118" name="Google Shape;1118;p35"/>
          <p:cNvSpPr txBox="1"/>
          <p:nvPr/>
        </p:nvSpPr>
        <p:spPr>
          <a:xfrm>
            <a:off x="3183600" y="3363550"/>
            <a:ext cx="1699200" cy="108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u="sng">
                <a:solidFill>
                  <a:schemeClr val="dk1"/>
                </a:solidFill>
                <a:latin typeface="Lato"/>
                <a:ea typeface="Lato"/>
                <a:cs typeface="Lato"/>
                <a:sym typeface="Lato"/>
              </a:rPr>
              <a:t>LINEARITY</a:t>
            </a:r>
            <a:r>
              <a:rPr lang="en" sz="1200" u="sng">
                <a:solidFill>
                  <a:schemeClr val="dk1"/>
                </a:solidFill>
                <a:latin typeface="Lato"/>
                <a:ea typeface="Lato"/>
                <a:cs typeface="Lato"/>
                <a:sym typeface="Lato"/>
              </a:rPr>
              <a:t>:</a:t>
            </a:r>
            <a:r>
              <a:rPr lang="en" sz="1000" u="sng">
                <a:solidFill>
                  <a:schemeClr val="dk1"/>
                </a:solidFill>
                <a:latin typeface="Lato"/>
                <a:ea typeface="Lato"/>
                <a:cs typeface="Lato"/>
                <a:sym typeface="Lato"/>
              </a:rPr>
              <a:t> </a:t>
            </a:r>
            <a:endParaRPr sz="1000" u="sng">
              <a:solidFill>
                <a:schemeClr val="dk1"/>
              </a:solidFill>
              <a:latin typeface="Lato"/>
              <a:ea typeface="Lato"/>
              <a:cs typeface="Lato"/>
              <a:sym typeface="Lato"/>
            </a:endParaRPr>
          </a:p>
          <a:p>
            <a:pPr indent="0" lvl="0" marL="0" rtl="0" algn="ctr">
              <a:spcBef>
                <a:spcPts val="0"/>
              </a:spcBef>
              <a:spcAft>
                <a:spcPts val="0"/>
              </a:spcAft>
              <a:buNone/>
            </a:pPr>
            <a:r>
              <a:rPr lang="en" sz="900"/>
              <a:t>The amount and degree of truly continuous data was limited. Considering this, the data barely </a:t>
            </a:r>
            <a:r>
              <a:rPr lang="en" sz="900"/>
              <a:t>qualifies as linear</a:t>
            </a:r>
            <a:endParaRPr sz="1000">
              <a:solidFill>
                <a:schemeClr val="dk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36"/>
          <p:cNvSpPr txBox="1"/>
          <p:nvPr>
            <p:ph type="title"/>
          </p:nvPr>
        </p:nvSpPr>
        <p:spPr>
          <a:xfrm>
            <a:off x="1320400" y="2101475"/>
            <a:ext cx="5074800" cy="14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k-Nearest Neighbors</a:t>
            </a:r>
            <a:endParaRPr/>
          </a:p>
        </p:txBody>
      </p:sp>
      <p:sp>
        <p:nvSpPr>
          <p:cNvPr id="1124" name="Google Shape;1124;p36"/>
          <p:cNvSpPr txBox="1"/>
          <p:nvPr>
            <p:ph idx="2" type="title"/>
          </p:nvPr>
        </p:nvSpPr>
        <p:spPr>
          <a:xfrm>
            <a:off x="5820275" y="1154975"/>
            <a:ext cx="1905300" cy="109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grpSp>
        <p:nvGrpSpPr>
          <p:cNvPr id="1125" name="Google Shape;1125;p36"/>
          <p:cNvGrpSpPr/>
          <p:nvPr/>
        </p:nvGrpSpPr>
        <p:grpSpPr>
          <a:xfrm>
            <a:off x="896410" y="1154974"/>
            <a:ext cx="8191495" cy="3912334"/>
            <a:chOff x="896410" y="1154974"/>
            <a:chExt cx="8191495" cy="3912334"/>
          </a:xfrm>
        </p:grpSpPr>
        <p:sp>
          <p:nvSpPr>
            <p:cNvPr id="1126" name="Google Shape;1126;p36"/>
            <p:cNvSpPr/>
            <p:nvPr/>
          </p:nvSpPr>
          <p:spPr>
            <a:xfrm rot="5400000">
              <a:off x="4917523" y="1266997"/>
              <a:ext cx="523440" cy="866160"/>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127" name="Google Shape;1127;p36"/>
            <p:cNvGrpSpPr/>
            <p:nvPr/>
          </p:nvGrpSpPr>
          <p:grpSpPr>
            <a:xfrm>
              <a:off x="6869363" y="2991188"/>
              <a:ext cx="2218542" cy="2076120"/>
              <a:chOff x="8037720" y="3846600"/>
              <a:chExt cx="1923480" cy="1800000"/>
            </a:xfrm>
          </p:grpSpPr>
          <p:sp>
            <p:nvSpPr>
              <p:cNvPr id="1128" name="Google Shape;1128;p36"/>
              <p:cNvSpPr/>
              <p:nvPr/>
            </p:nvSpPr>
            <p:spPr>
              <a:xfrm>
                <a:off x="8037720" y="4034160"/>
                <a:ext cx="1923480" cy="1612440"/>
              </a:xfrm>
              <a:custGeom>
                <a:rect b="b" l="l" r="r" t="t"/>
                <a:pathLst>
                  <a:path extrusionOk="0" h="4479" w="5343">
                    <a:moveTo>
                      <a:pt x="5343" y="4479"/>
                    </a:moveTo>
                    <a:lnTo>
                      <a:pt x="0" y="4479"/>
                    </a:lnTo>
                    <a:lnTo>
                      <a:pt x="0" y="0"/>
                    </a:lnTo>
                    <a:lnTo>
                      <a:pt x="5343" y="0"/>
                    </a:lnTo>
                    <a:lnTo>
                      <a:pt x="5343" y="4479"/>
                    </a:lnTo>
                    <a:close/>
                  </a:path>
                </a:pathLst>
              </a:custGeom>
              <a:solidFill>
                <a:schemeClr val="accent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29" name="Google Shape;1129;p36"/>
              <p:cNvSpPr/>
              <p:nvPr/>
            </p:nvSpPr>
            <p:spPr>
              <a:xfrm>
                <a:off x="834408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30" name="Google Shape;1130;p36"/>
              <p:cNvSpPr/>
              <p:nvPr/>
            </p:nvSpPr>
            <p:spPr>
              <a:xfrm>
                <a:off x="817488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1" name="Google Shape;1131;p36"/>
              <p:cNvSpPr/>
              <p:nvPr/>
            </p:nvSpPr>
            <p:spPr>
              <a:xfrm>
                <a:off x="954972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32" name="Google Shape;1132;p36"/>
              <p:cNvSpPr/>
              <p:nvPr/>
            </p:nvSpPr>
            <p:spPr>
              <a:xfrm>
                <a:off x="938052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3" name="Google Shape;1133;p36"/>
              <p:cNvSpPr/>
              <p:nvPr/>
            </p:nvSpPr>
            <p:spPr>
              <a:xfrm>
                <a:off x="8037720" y="3846600"/>
                <a:ext cx="1923480" cy="187560"/>
              </a:xfrm>
              <a:custGeom>
                <a:rect b="b" l="l" r="r" t="t"/>
                <a:pathLst>
                  <a:path extrusionOk="0" h="521" w="5343">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4" name="Google Shape;1134;p36"/>
              <p:cNvSpPr/>
              <p:nvPr/>
            </p:nvSpPr>
            <p:spPr>
              <a:xfrm>
                <a:off x="8120520" y="3897360"/>
                <a:ext cx="86040" cy="86040"/>
              </a:xfrm>
              <a:custGeom>
                <a:rect b="b" l="l" r="r" t="t"/>
                <a:pathLst>
                  <a:path extrusionOk="0" h="239" w="239">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5" name="Google Shape;1135;p36"/>
              <p:cNvSpPr/>
              <p:nvPr/>
            </p:nvSpPr>
            <p:spPr>
              <a:xfrm>
                <a:off x="8253720" y="3897360"/>
                <a:ext cx="86040" cy="86040"/>
              </a:xfrm>
              <a:custGeom>
                <a:rect b="b" l="l" r="r" t="t"/>
                <a:pathLst>
                  <a:path extrusionOk="0" h="239" w="239">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6" name="Google Shape;1136;p36"/>
              <p:cNvSpPr/>
              <p:nvPr/>
            </p:nvSpPr>
            <p:spPr>
              <a:xfrm>
                <a:off x="8386920" y="3897360"/>
                <a:ext cx="86040" cy="86040"/>
              </a:xfrm>
              <a:custGeom>
                <a:rect b="b" l="l" r="r" t="t"/>
                <a:pathLst>
                  <a:path extrusionOk="0" h="239" w="239">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7" name="Google Shape;1137;p36"/>
              <p:cNvSpPr/>
              <p:nvPr/>
            </p:nvSpPr>
            <p:spPr>
              <a:xfrm>
                <a:off x="8379000" y="4149720"/>
                <a:ext cx="1240920" cy="1241280"/>
              </a:xfrm>
              <a:custGeom>
                <a:rect b="b" l="l" r="r" t="t"/>
                <a:pathLst>
                  <a:path extrusionOk="0" h="3448" w="3447">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8" name="Google Shape;1138;p36"/>
              <p:cNvSpPr/>
              <p:nvPr/>
            </p:nvSpPr>
            <p:spPr>
              <a:xfrm>
                <a:off x="8590320" y="4363200"/>
                <a:ext cx="795240" cy="795600"/>
              </a:xfrm>
              <a:custGeom>
                <a:rect b="b" l="l" r="r" t="t"/>
                <a:pathLst>
                  <a:path extrusionOk="0" h="2210" w="2209">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39" name="Google Shape;1139;p36"/>
              <p:cNvSpPr/>
              <p:nvPr/>
            </p:nvSpPr>
            <p:spPr>
              <a:xfrm>
                <a:off x="8526600" y="4341240"/>
                <a:ext cx="392040" cy="370080"/>
              </a:xfrm>
              <a:custGeom>
                <a:rect b="b" l="l" r="r" t="t"/>
                <a:pathLst>
                  <a:path extrusionOk="0" h="1028" w="1089">
                    <a:moveTo>
                      <a:pt x="0" y="845"/>
                    </a:moveTo>
                    <a:cubicBezTo>
                      <a:pt x="64" y="458"/>
                      <a:pt x="329" y="140"/>
                      <a:pt x="683" y="0"/>
                    </a:cubicBezTo>
                    <a:lnTo>
                      <a:pt x="1089" y="1028"/>
                    </a:lnTo>
                    <a:lnTo>
                      <a:pt x="0" y="845"/>
                    </a:ln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140" name="Google Shape;1140;p36"/>
            <p:cNvSpPr/>
            <p:nvPr/>
          </p:nvSpPr>
          <p:spPr>
            <a:xfrm>
              <a:off x="896410" y="1154974"/>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123"/>
                                        </p:tgtEl>
                                        <p:attrNameLst>
                                          <p:attrName>style.visibility</p:attrName>
                                        </p:attrNameLst>
                                      </p:cBhvr>
                                      <p:to>
                                        <p:strVal val="visible"/>
                                      </p:to>
                                    </p:set>
                                    <p:anim calcmode="lin" valueType="num">
                                      <p:cBhvr additive="base">
                                        <p:cTn dur="1000"/>
                                        <p:tgtEl>
                                          <p:spTgt spid="1123"/>
                                        </p:tgtEl>
                                        <p:attrNameLst>
                                          <p:attrName>ppt_w</p:attrName>
                                        </p:attrNameLst>
                                      </p:cBhvr>
                                      <p:tavLst>
                                        <p:tav fmla="" tm="0">
                                          <p:val>
                                            <p:strVal val="0"/>
                                          </p:val>
                                        </p:tav>
                                        <p:tav fmla="" tm="100000">
                                          <p:val>
                                            <p:strVal val="#ppt_w"/>
                                          </p:val>
                                        </p:tav>
                                      </p:tavLst>
                                    </p:anim>
                                    <p:anim calcmode="lin" valueType="num">
                                      <p:cBhvr additive="base">
                                        <p:cTn dur="1000"/>
                                        <p:tgtEl>
                                          <p:spTgt spid="112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pic>
        <p:nvPicPr>
          <p:cNvPr id="1145" name="Google Shape;1145;p37" title="Screenshot 2025-04-29 at 9.35.09 PM.png"/>
          <p:cNvPicPr preferRelativeResize="0"/>
          <p:nvPr/>
        </p:nvPicPr>
        <p:blipFill>
          <a:blip r:embed="rId3">
            <a:alphaModFix/>
          </a:blip>
          <a:stretch>
            <a:fillRect/>
          </a:stretch>
        </p:blipFill>
        <p:spPr>
          <a:xfrm>
            <a:off x="7433801" y="1536126"/>
            <a:ext cx="917450" cy="1471860"/>
          </a:xfrm>
          <a:prstGeom prst="rect">
            <a:avLst/>
          </a:prstGeom>
          <a:noFill/>
          <a:ln>
            <a:noFill/>
          </a:ln>
        </p:spPr>
      </p:pic>
      <p:sp>
        <p:nvSpPr>
          <p:cNvPr id="1146" name="Google Shape;1146;p37"/>
          <p:cNvSpPr txBox="1"/>
          <p:nvPr>
            <p:ph type="title"/>
          </p:nvPr>
        </p:nvSpPr>
        <p:spPr>
          <a:xfrm>
            <a:off x="870825" y="678075"/>
            <a:ext cx="7351200" cy="72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kNN: All Variables</a:t>
            </a:r>
            <a:endParaRPr/>
          </a:p>
        </p:txBody>
      </p:sp>
      <p:sp>
        <p:nvSpPr>
          <p:cNvPr id="1147" name="Google Shape;1147;p37"/>
          <p:cNvSpPr txBox="1"/>
          <p:nvPr>
            <p:ph idx="4294967295" type="subTitle"/>
          </p:nvPr>
        </p:nvSpPr>
        <p:spPr>
          <a:xfrm>
            <a:off x="2136425" y="2343188"/>
            <a:ext cx="476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28.94</a:t>
            </a:r>
            <a:r>
              <a:rPr b="1" lang="en" sz="1200"/>
              <a:t>% </a:t>
            </a:r>
            <a:r>
              <a:rPr b="1" lang="en" sz="1200"/>
              <a:t>of the variation in the target variable is explained by the model.</a:t>
            </a:r>
            <a:endParaRPr b="1" sz="1200"/>
          </a:p>
        </p:txBody>
      </p:sp>
      <p:sp>
        <p:nvSpPr>
          <p:cNvPr id="1148" name="Google Shape;1148;p37"/>
          <p:cNvSpPr txBox="1"/>
          <p:nvPr>
            <p:ph idx="1" type="subTitle"/>
          </p:nvPr>
        </p:nvSpPr>
        <p:spPr>
          <a:xfrm>
            <a:off x="1659550" y="1643775"/>
            <a:ext cx="6026100" cy="6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t>The machine shows that Root Mean Squared Error is lowest at 10 nearest neighbors. </a:t>
            </a:r>
            <a:endParaRPr b="1" sz="1100"/>
          </a:p>
          <a:p>
            <a:pPr indent="0" lvl="0" marL="0" rtl="0" algn="l">
              <a:spcBef>
                <a:spcPts val="0"/>
              </a:spcBef>
              <a:spcAft>
                <a:spcPts val="0"/>
              </a:spcAft>
              <a:buNone/>
            </a:pPr>
            <a:r>
              <a:rPr b="1" lang="en" sz="1100"/>
              <a:t>Because this is a prediction model, we can go ahead and use even K values.</a:t>
            </a:r>
            <a:endParaRPr b="1" sz="1100"/>
          </a:p>
        </p:txBody>
      </p:sp>
      <p:sp>
        <p:nvSpPr>
          <p:cNvPr id="1149" name="Google Shape;1149;p37"/>
          <p:cNvSpPr txBox="1"/>
          <p:nvPr>
            <p:ph idx="4294967295" type="subTitle"/>
          </p:nvPr>
        </p:nvSpPr>
        <p:spPr>
          <a:xfrm>
            <a:off x="1704900" y="2374950"/>
            <a:ext cx="432000" cy="39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a:t>
            </a:r>
            <a:r>
              <a:rPr b="1" baseline="30000" lang="en"/>
              <a:t>2</a:t>
            </a:r>
            <a:r>
              <a:rPr b="1" lang="en"/>
              <a:t>: </a:t>
            </a:r>
            <a:endParaRPr b="1"/>
          </a:p>
        </p:txBody>
      </p:sp>
      <p:sp>
        <p:nvSpPr>
          <p:cNvPr id="1150" name="Google Shape;1150;p37"/>
          <p:cNvSpPr/>
          <p:nvPr/>
        </p:nvSpPr>
        <p:spPr>
          <a:xfrm>
            <a:off x="113525" y="10055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151" name="Google Shape;1151;p37"/>
          <p:cNvGrpSpPr/>
          <p:nvPr/>
        </p:nvGrpSpPr>
        <p:grpSpPr>
          <a:xfrm rot="623552">
            <a:off x="8327634" y="917957"/>
            <a:ext cx="681913" cy="516156"/>
            <a:chOff x="7803360" y="4187880"/>
            <a:chExt cx="430560" cy="304920"/>
          </a:xfrm>
        </p:grpSpPr>
        <p:sp>
          <p:nvSpPr>
            <p:cNvPr id="1152" name="Google Shape;1152;p37"/>
            <p:cNvSpPr/>
            <p:nvPr/>
          </p:nvSpPr>
          <p:spPr>
            <a:xfrm>
              <a:off x="7830720" y="4194000"/>
              <a:ext cx="375840" cy="246240"/>
            </a:xfrm>
            <a:custGeom>
              <a:rect b="b" l="l" r="r" t="t"/>
              <a:pathLst>
                <a:path extrusionOk="0" h="684" w="1044">
                  <a:moveTo>
                    <a:pt x="0" y="684"/>
                  </a:moveTo>
                  <a:lnTo>
                    <a:pt x="0" y="78"/>
                  </a:lnTo>
                  <a:cubicBezTo>
                    <a:pt x="0" y="35"/>
                    <a:pt x="34" y="0"/>
                    <a:pt x="77" y="0"/>
                  </a:cubicBezTo>
                  <a:lnTo>
                    <a:pt x="967" y="0"/>
                  </a:lnTo>
                  <a:cubicBezTo>
                    <a:pt x="1009" y="0"/>
                    <a:pt x="1044" y="35"/>
                    <a:pt x="1044" y="78"/>
                  </a:cubicBezTo>
                  <a:lnTo>
                    <a:pt x="1044" y="684"/>
                  </a:lnTo>
                  <a:lnTo>
                    <a:pt x="0" y="684"/>
                  </a:ln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3" name="Google Shape;1153;p37"/>
            <p:cNvSpPr/>
            <p:nvPr/>
          </p:nvSpPr>
          <p:spPr>
            <a:xfrm>
              <a:off x="7858440" y="4222080"/>
              <a:ext cx="320400" cy="208800"/>
            </a:xfrm>
            <a:custGeom>
              <a:rect b="b" l="l" r="r" t="t"/>
              <a:pathLst>
                <a:path extrusionOk="0" h="580" w="890">
                  <a:moveTo>
                    <a:pt x="890" y="566"/>
                  </a:moveTo>
                  <a:lnTo>
                    <a:pt x="890" y="14"/>
                  </a:lnTo>
                  <a:cubicBezTo>
                    <a:pt x="890" y="6"/>
                    <a:pt x="883" y="0"/>
                    <a:pt x="876" y="0"/>
                  </a:cubicBezTo>
                  <a:lnTo>
                    <a:pt x="14" y="0"/>
                  </a:lnTo>
                  <a:cubicBezTo>
                    <a:pt x="6" y="0"/>
                    <a:pt x="0" y="6"/>
                    <a:pt x="0" y="14"/>
                  </a:cubicBezTo>
                  <a:lnTo>
                    <a:pt x="0" y="566"/>
                  </a:lnTo>
                  <a:cubicBezTo>
                    <a:pt x="0" y="574"/>
                    <a:pt x="6" y="580"/>
                    <a:pt x="14" y="580"/>
                  </a:cubicBezTo>
                  <a:lnTo>
                    <a:pt x="876" y="580"/>
                  </a:lnTo>
                  <a:cubicBezTo>
                    <a:pt x="883" y="580"/>
                    <a:pt x="890" y="574"/>
                    <a:pt x="890" y="566"/>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4" name="Google Shape;1154;p37"/>
            <p:cNvSpPr/>
            <p:nvPr/>
          </p:nvSpPr>
          <p:spPr>
            <a:xfrm>
              <a:off x="7900200" y="4312440"/>
              <a:ext cx="27720" cy="28080"/>
            </a:xfrm>
            <a:custGeom>
              <a:rect b="b" l="l" r="r" t="t"/>
              <a:pathLst>
                <a:path extrusionOk="0" h="78" w="77">
                  <a:moveTo>
                    <a:pt x="77" y="39"/>
                  </a:moveTo>
                  <a:cubicBezTo>
                    <a:pt x="77" y="60"/>
                    <a:pt x="60" y="78"/>
                    <a:pt x="39" y="78"/>
                  </a:cubicBezTo>
                  <a:cubicBezTo>
                    <a:pt x="17" y="78"/>
                    <a:pt x="0" y="60"/>
                    <a:pt x="0" y="39"/>
                  </a:cubicBezTo>
                  <a:cubicBezTo>
                    <a:pt x="0" y="18"/>
                    <a:pt x="17" y="0"/>
                    <a:pt x="39" y="0"/>
                  </a:cubicBezTo>
                  <a:cubicBezTo>
                    <a:pt x="60" y="0"/>
                    <a:pt x="77" y="18"/>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5" name="Google Shape;1155;p37"/>
            <p:cNvSpPr/>
            <p:nvPr/>
          </p:nvSpPr>
          <p:spPr>
            <a:xfrm>
              <a:off x="7969680" y="4354200"/>
              <a:ext cx="28080" cy="28080"/>
            </a:xfrm>
            <a:custGeom>
              <a:rect b="b" l="l" r="r" t="t"/>
              <a:pathLst>
                <a:path extrusionOk="0" h="78" w="78">
                  <a:moveTo>
                    <a:pt x="78" y="39"/>
                  </a:moveTo>
                  <a:cubicBezTo>
                    <a:pt x="78" y="60"/>
                    <a:pt x="60" y="78"/>
                    <a:pt x="39" y="78"/>
                  </a:cubicBezTo>
                  <a:cubicBezTo>
                    <a:pt x="18" y="78"/>
                    <a:pt x="0" y="60"/>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6" name="Google Shape;1156;p37"/>
            <p:cNvSpPr/>
            <p:nvPr/>
          </p:nvSpPr>
          <p:spPr>
            <a:xfrm>
              <a:off x="8039520" y="4284720"/>
              <a:ext cx="27720" cy="27720"/>
            </a:xfrm>
            <a:custGeom>
              <a:rect b="b" l="l" r="r" t="t"/>
              <a:pathLst>
                <a:path extrusionOk="0" h="77" w="77">
                  <a:moveTo>
                    <a:pt x="77" y="39"/>
                  </a:moveTo>
                  <a:cubicBezTo>
                    <a:pt x="77" y="60"/>
                    <a:pt x="60" y="77"/>
                    <a:pt x="38" y="77"/>
                  </a:cubicBezTo>
                  <a:cubicBezTo>
                    <a:pt x="17" y="77"/>
                    <a:pt x="0" y="60"/>
                    <a:pt x="0" y="39"/>
                  </a:cubicBezTo>
                  <a:cubicBezTo>
                    <a:pt x="0" y="17"/>
                    <a:pt x="17" y="0"/>
                    <a:pt x="38" y="0"/>
                  </a:cubicBezTo>
                  <a:cubicBezTo>
                    <a:pt x="60" y="0"/>
                    <a:pt x="77" y="17"/>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7" name="Google Shape;1157;p37"/>
            <p:cNvSpPr/>
            <p:nvPr/>
          </p:nvSpPr>
          <p:spPr>
            <a:xfrm>
              <a:off x="8109000" y="4256640"/>
              <a:ext cx="28080" cy="28080"/>
            </a:xfrm>
            <a:custGeom>
              <a:rect b="b" l="l" r="r" t="t"/>
              <a:pathLst>
                <a:path extrusionOk="0" h="78" w="78">
                  <a:moveTo>
                    <a:pt x="78" y="39"/>
                  </a:moveTo>
                  <a:cubicBezTo>
                    <a:pt x="78" y="61"/>
                    <a:pt x="60" y="78"/>
                    <a:pt x="39" y="78"/>
                  </a:cubicBezTo>
                  <a:cubicBezTo>
                    <a:pt x="18" y="78"/>
                    <a:pt x="0" y="61"/>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8" name="Google Shape;1158;p37"/>
            <p:cNvSpPr/>
            <p:nvPr/>
          </p:nvSpPr>
          <p:spPr>
            <a:xfrm>
              <a:off x="7809480" y="4430880"/>
              <a:ext cx="417960" cy="55800"/>
            </a:xfrm>
            <a:custGeom>
              <a:rect b="b" l="l" r="r" t="t"/>
              <a:pathLst>
                <a:path extrusionOk="0" h="155" w="1161">
                  <a:moveTo>
                    <a:pt x="1161" y="14"/>
                  </a:moveTo>
                  <a:lnTo>
                    <a:pt x="1161" y="77"/>
                  </a:lnTo>
                  <a:cubicBezTo>
                    <a:pt x="1161" y="120"/>
                    <a:pt x="1126" y="155"/>
                    <a:pt x="1084" y="155"/>
                  </a:cubicBezTo>
                  <a:lnTo>
                    <a:pt x="78" y="155"/>
                  </a:lnTo>
                  <a:cubicBezTo>
                    <a:pt x="35" y="155"/>
                    <a:pt x="0" y="120"/>
                    <a:pt x="0" y="77"/>
                  </a:cubicBezTo>
                  <a:lnTo>
                    <a:pt x="0" y="14"/>
                  </a:lnTo>
                  <a:cubicBezTo>
                    <a:pt x="0" y="6"/>
                    <a:pt x="7" y="0"/>
                    <a:pt x="14" y="0"/>
                  </a:cubicBezTo>
                  <a:lnTo>
                    <a:pt x="1147" y="0"/>
                  </a:lnTo>
                  <a:cubicBezTo>
                    <a:pt x="1155" y="0"/>
                    <a:pt x="1161" y="6"/>
                    <a:pt x="1161" y="14"/>
                  </a:cubicBezTo>
                  <a:close/>
                </a:path>
              </a:pathLst>
            </a:custGeom>
            <a:solidFill>
              <a:srgbClr val="008F95"/>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9" name="Google Shape;1159;p37"/>
            <p:cNvSpPr/>
            <p:nvPr/>
          </p:nvSpPr>
          <p:spPr>
            <a:xfrm>
              <a:off x="7971480" y="4430880"/>
              <a:ext cx="94680" cy="27720"/>
            </a:xfrm>
            <a:custGeom>
              <a:rect b="b" l="l" r="r" t="t"/>
              <a:pathLst>
                <a:path extrusionOk="0" h="77" w="263">
                  <a:moveTo>
                    <a:pt x="0" y="17"/>
                  </a:moveTo>
                  <a:lnTo>
                    <a:pt x="12" y="67"/>
                  </a:lnTo>
                  <a:cubicBezTo>
                    <a:pt x="14" y="73"/>
                    <a:pt x="19" y="77"/>
                    <a:pt x="26" y="77"/>
                  </a:cubicBezTo>
                  <a:lnTo>
                    <a:pt x="236" y="77"/>
                  </a:lnTo>
                  <a:cubicBezTo>
                    <a:pt x="242" y="77"/>
                    <a:pt x="248" y="73"/>
                    <a:pt x="249" y="67"/>
                  </a:cubicBezTo>
                  <a:lnTo>
                    <a:pt x="262" y="17"/>
                  </a:lnTo>
                  <a:cubicBezTo>
                    <a:pt x="264" y="9"/>
                    <a:pt x="257" y="0"/>
                    <a:pt x="248" y="0"/>
                  </a:cubicBezTo>
                  <a:lnTo>
                    <a:pt x="13" y="0"/>
                  </a:lnTo>
                  <a:cubicBezTo>
                    <a:pt x="4" y="0"/>
                    <a:pt x="-3" y="9"/>
                    <a:pt x="0" y="1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0" name="Google Shape;1160;p37"/>
            <p:cNvSpPr/>
            <p:nvPr/>
          </p:nvSpPr>
          <p:spPr>
            <a:xfrm>
              <a:off x="7803360" y="4187880"/>
              <a:ext cx="430560" cy="304920"/>
            </a:xfrm>
            <a:custGeom>
              <a:rect b="b" l="l" r="r" t="t"/>
              <a:pathLst>
                <a:path extrusionOk="0" h="847" w="1196">
                  <a:moveTo>
                    <a:pt x="700" y="735"/>
                  </a:moveTo>
                  <a:lnTo>
                    <a:pt x="495" y="735"/>
                  </a:lnTo>
                  <a:lnTo>
                    <a:pt x="485" y="693"/>
                  </a:lnTo>
                  <a:lnTo>
                    <a:pt x="711" y="693"/>
                  </a:lnTo>
                  <a:lnTo>
                    <a:pt x="700" y="735"/>
                  </a:lnTo>
                  <a:moveTo>
                    <a:pt x="170" y="112"/>
                  </a:moveTo>
                  <a:lnTo>
                    <a:pt x="1025" y="112"/>
                  </a:lnTo>
                  <a:lnTo>
                    <a:pt x="1025" y="658"/>
                  </a:lnTo>
                  <a:lnTo>
                    <a:pt x="170" y="658"/>
                  </a:lnTo>
                  <a:lnTo>
                    <a:pt x="170" y="112"/>
                  </a:lnTo>
                  <a:moveTo>
                    <a:pt x="93" y="95"/>
                  </a:moveTo>
                  <a:cubicBezTo>
                    <a:pt x="93" y="62"/>
                    <a:pt x="120" y="35"/>
                    <a:pt x="153" y="35"/>
                  </a:cubicBezTo>
                  <a:lnTo>
                    <a:pt x="1043" y="35"/>
                  </a:lnTo>
                  <a:cubicBezTo>
                    <a:pt x="1076" y="35"/>
                    <a:pt x="1103" y="62"/>
                    <a:pt x="1103" y="95"/>
                  </a:cubicBezTo>
                  <a:lnTo>
                    <a:pt x="1103" y="658"/>
                  </a:lnTo>
                  <a:lnTo>
                    <a:pt x="1060" y="658"/>
                  </a:lnTo>
                  <a:lnTo>
                    <a:pt x="1060" y="95"/>
                  </a:lnTo>
                  <a:cubicBezTo>
                    <a:pt x="1060" y="85"/>
                    <a:pt x="1052" y="77"/>
                    <a:pt x="1043" y="77"/>
                  </a:cubicBezTo>
                  <a:lnTo>
                    <a:pt x="153" y="77"/>
                  </a:lnTo>
                  <a:cubicBezTo>
                    <a:pt x="143" y="77"/>
                    <a:pt x="135" y="85"/>
                    <a:pt x="135" y="95"/>
                  </a:cubicBezTo>
                  <a:lnTo>
                    <a:pt x="135" y="658"/>
                  </a:lnTo>
                  <a:lnTo>
                    <a:pt x="93" y="658"/>
                  </a:lnTo>
                  <a:lnTo>
                    <a:pt x="93" y="95"/>
                  </a:lnTo>
                  <a:moveTo>
                    <a:pt x="1178" y="658"/>
                  </a:moveTo>
                  <a:lnTo>
                    <a:pt x="1138" y="658"/>
                  </a:lnTo>
                  <a:lnTo>
                    <a:pt x="1138" y="95"/>
                  </a:lnTo>
                  <a:cubicBezTo>
                    <a:pt x="1138" y="42"/>
                    <a:pt x="1095" y="0"/>
                    <a:pt x="1043" y="0"/>
                  </a:cubicBezTo>
                  <a:lnTo>
                    <a:pt x="153" y="0"/>
                  </a:lnTo>
                  <a:cubicBezTo>
                    <a:pt x="101" y="0"/>
                    <a:pt x="58" y="42"/>
                    <a:pt x="58" y="95"/>
                  </a:cubicBezTo>
                  <a:lnTo>
                    <a:pt x="58" y="658"/>
                  </a:lnTo>
                  <a:lnTo>
                    <a:pt x="17" y="658"/>
                  </a:lnTo>
                  <a:cubicBezTo>
                    <a:pt x="8" y="658"/>
                    <a:pt x="0" y="665"/>
                    <a:pt x="0" y="675"/>
                  </a:cubicBezTo>
                  <a:lnTo>
                    <a:pt x="0" y="752"/>
                  </a:lnTo>
                  <a:cubicBezTo>
                    <a:pt x="0" y="805"/>
                    <a:pt x="43" y="847"/>
                    <a:pt x="95" y="847"/>
                  </a:cubicBezTo>
                  <a:lnTo>
                    <a:pt x="157" y="847"/>
                  </a:lnTo>
                  <a:cubicBezTo>
                    <a:pt x="166" y="847"/>
                    <a:pt x="174" y="840"/>
                    <a:pt x="174" y="830"/>
                  </a:cubicBezTo>
                  <a:cubicBezTo>
                    <a:pt x="174" y="820"/>
                    <a:pt x="166" y="812"/>
                    <a:pt x="157" y="812"/>
                  </a:cubicBezTo>
                  <a:lnTo>
                    <a:pt x="95" y="812"/>
                  </a:lnTo>
                  <a:cubicBezTo>
                    <a:pt x="62" y="812"/>
                    <a:pt x="35" y="785"/>
                    <a:pt x="35" y="752"/>
                  </a:cubicBezTo>
                  <a:lnTo>
                    <a:pt x="35" y="693"/>
                  </a:lnTo>
                  <a:lnTo>
                    <a:pt x="75" y="693"/>
                  </a:lnTo>
                  <a:lnTo>
                    <a:pt x="76" y="693"/>
                  </a:lnTo>
                  <a:lnTo>
                    <a:pt x="76" y="693"/>
                  </a:lnTo>
                  <a:lnTo>
                    <a:pt x="153" y="693"/>
                  </a:lnTo>
                  <a:lnTo>
                    <a:pt x="153" y="693"/>
                  </a:lnTo>
                  <a:lnTo>
                    <a:pt x="153" y="693"/>
                  </a:lnTo>
                  <a:lnTo>
                    <a:pt x="449" y="693"/>
                  </a:lnTo>
                  <a:lnTo>
                    <a:pt x="465" y="757"/>
                  </a:lnTo>
                  <a:cubicBezTo>
                    <a:pt x="467" y="765"/>
                    <a:pt x="474" y="770"/>
                    <a:pt x="482" y="770"/>
                  </a:cubicBezTo>
                  <a:lnTo>
                    <a:pt x="714" y="770"/>
                  </a:lnTo>
                  <a:cubicBezTo>
                    <a:pt x="722" y="770"/>
                    <a:pt x="729" y="765"/>
                    <a:pt x="731" y="757"/>
                  </a:cubicBezTo>
                  <a:lnTo>
                    <a:pt x="747" y="693"/>
                  </a:lnTo>
                  <a:lnTo>
                    <a:pt x="1043" y="693"/>
                  </a:lnTo>
                  <a:lnTo>
                    <a:pt x="1043" y="693"/>
                  </a:lnTo>
                  <a:lnTo>
                    <a:pt x="1043" y="693"/>
                  </a:lnTo>
                  <a:lnTo>
                    <a:pt x="1120" y="693"/>
                  </a:lnTo>
                  <a:lnTo>
                    <a:pt x="1120" y="693"/>
                  </a:lnTo>
                  <a:lnTo>
                    <a:pt x="1120" y="693"/>
                  </a:lnTo>
                  <a:lnTo>
                    <a:pt x="1161" y="693"/>
                  </a:lnTo>
                  <a:lnTo>
                    <a:pt x="1161" y="752"/>
                  </a:lnTo>
                  <a:cubicBezTo>
                    <a:pt x="1161" y="785"/>
                    <a:pt x="1134" y="812"/>
                    <a:pt x="1101" y="812"/>
                  </a:cubicBezTo>
                  <a:lnTo>
                    <a:pt x="227" y="812"/>
                  </a:lnTo>
                  <a:cubicBezTo>
                    <a:pt x="217" y="812"/>
                    <a:pt x="209" y="820"/>
                    <a:pt x="209" y="830"/>
                  </a:cubicBezTo>
                  <a:cubicBezTo>
                    <a:pt x="209" y="840"/>
                    <a:pt x="217" y="847"/>
                    <a:pt x="227" y="847"/>
                  </a:cubicBezTo>
                  <a:lnTo>
                    <a:pt x="1101" y="847"/>
                  </a:lnTo>
                  <a:cubicBezTo>
                    <a:pt x="1153" y="847"/>
                    <a:pt x="1196" y="805"/>
                    <a:pt x="1196" y="752"/>
                  </a:cubicBezTo>
                  <a:lnTo>
                    <a:pt x="1196" y="675"/>
                  </a:lnTo>
                  <a:cubicBezTo>
                    <a:pt x="1196" y="665"/>
                    <a:pt x="1188" y="658"/>
                    <a:pt x="1178" y="65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61" name="Google Shape;1161;p37"/>
            <p:cNvSpPr/>
            <p:nvPr/>
          </p:nvSpPr>
          <p:spPr>
            <a:xfrm>
              <a:off x="7893720" y="4250520"/>
              <a:ext cx="249480" cy="137880"/>
            </a:xfrm>
            <a:custGeom>
              <a:rect b="b" l="l" r="r" t="t"/>
              <a:pathLst>
                <a:path extrusionOk="0" h="383" w="693">
                  <a:moveTo>
                    <a:pt x="637" y="35"/>
                  </a:moveTo>
                  <a:cubicBezTo>
                    <a:pt x="649" y="35"/>
                    <a:pt x="658" y="45"/>
                    <a:pt x="658" y="56"/>
                  </a:cubicBezTo>
                  <a:cubicBezTo>
                    <a:pt x="658" y="68"/>
                    <a:pt x="649" y="77"/>
                    <a:pt x="637" y="77"/>
                  </a:cubicBezTo>
                  <a:cubicBezTo>
                    <a:pt x="625" y="77"/>
                    <a:pt x="616" y="68"/>
                    <a:pt x="616" y="56"/>
                  </a:cubicBezTo>
                  <a:cubicBezTo>
                    <a:pt x="616" y="45"/>
                    <a:pt x="625" y="35"/>
                    <a:pt x="637" y="35"/>
                  </a:cubicBezTo>
                  <a:moveTo>
                    <a:pt x="443" y="155"/>
                  </a:moveTo>
                  <a:cubicBezTo>
                    <a:pt x="432" y="155"/>
                    <a:pt x="422" y="145"/>
                    <a:pt x="422" y="134"/>
                  </a:cubicBezTo>
                  <a:cubicBezTo>
                    <a:pt x="422" y="122"/>
                    <a:pt x="432" y="112"/>
                    <a:pt x="443" y="112"/>
                  </a:cubicBezTo>
                  <a:cubicBezTo>
                    <a:pt x="455" y="112"/>
                    <a:pt x="465" y="122"/>
                    <a:pt x="465" y="134"/>
                  </a:cubicBezTo>
                  <a:cubicBezTo>
                    <a:pt x="465" y="145"/>
                    <a:pt x="455" y="155"/>
                    <a:pt x="443" y="155"/>
                  </a:cubicBezTo>
                  <a:moveTo>
                    <a:pt x="250" y="348"/>
                  </a:moveTo>
                  <a:cubicBezTo>
                    <a:pt x="238" y="348"/>
                    <a:pt x="229" y="339"/>
                    <a:pt x="229" y="327"/>
                  </a:cubicBezTo>
                  <a:cubicBezTo>
                    <a:pt x="229" y="315"/>
                    <a:pt x="238" y="306"/>
                    <a:pt x="250" y="306"/>
                  </a:cubicBezTo>
                  <a:cubicBezTo>
                    <a:pt x="262" y="306"/>
                    <a:pt x="271" y="315"/>
                    <a:pt x="271" y="327"/>
                  </a:cubicBezTo>
                  <a:cubicBezTo>
                    <a:pt x="271" y="339"/>
                    <a:pt x="262" y="348"/>
                    <a:pt x="250" y="348"/>
                  </a:cubicBezTo>
                  <a:moveTo>
                    <a:pt x="57" y="232"/>
                  </a:moveTo>
                  <a:cubicBezTo>
                    <a:pt x="45" y="232"/>
                    <a:pt x="35" y="223"/>
                    <a:pt x="35" y="211"/>
                  </a:cubicBezTo>
                  <a:cubicBezTo>
                    <a:pt x="35" y="199"/>
                    <a:pt x="45" y="190"/>
                    <a:pt x="57" y="190"/>
                  </a:cubicBezTo>
                  <a:cubicBezTo>
                    <a:pt x="68" y="190"/>
                    <a:pt x="78" y="199"/>
                    <a:pt x="78" y="211"/>
                  </a:cubicBezTo>
                  <a:cubicBezTo>
                    <a:pt x="78" y="223"/>
                    <a:pt x="68" y="232"/>
                    <a:pt x="57" y="232"/>
                  </a:cubicBezTo>
                  <a:moveTo>
                    <a:pt x="637" y="112"/>
                  </a:moveTo>
                  <a:cubicBezTo>
                    <a:pt x="668" y="112"/>
                    <a:pt x="693" y="87"/>
                    <a:pt x="693" y="56"/>
                  </a:cubicBezTo>
                  <a:cubicBezTo>
                    <a:pt x="693" y="25"/>
                    <a:pt x="668" y="0"/>
                    <a:pt x="637" y="0"/>
                  </a:cubicBezTo>
                  <a:cubicBezTo>
                    <a:pt x="606" y="0"/>
                    <a:pt x="581" y="25"/>
                    <a:pt x="581" y="56"/>
                  </a:cubicBezTo>
                  <a:cubicBezTo>
                    <a:pt x="581" y="57"/>
                    <a:pt x="581" y="57"/>
                    <a:pt x="581" y="58"/>
                  </a:cubicBezTo>
                  <a:lnTo>
                    <a:pt x="488" y="99"/>
                  </a:lnTo>
                  <a:cubicBezTo>
                    <a:pt x="477" y="86"/>
                    <a:pt x="461" y="77"/>
                    <a:pt x="443" y="77"/>
                  </a:cubicBezTo>
                  <a:cubicBezTo>
                    <a:pt x="412" y="77"/>
                    <a:pt x="387" y="103"/>
                    <a:pt x="387" y="134"/>
                  </a:cubicBezTo>
                  <a:cubicBezTo>
                    <a:pt x="387" y="142"/>
                    <a:pt x="389" y="149"/>
                    <a:pt x="392" y="156"/>
                  </a:cubicBezTo>
                  <a:lnTo>
                    <a:pt x="278" y="278"/>
                  </a:lnTo>
                  <a:cubicBezTo>
                    <a:pt x="270" y="274"/>
                    <a:pt x="260" y="271"/>
                    <a:pt x="250" y="271"/>
                  </a:cubicBezTo>
                  <a:cubicBezTo>
                    <a:pt x="235" y="271"/>
                    <a:pt x="222" y="277"/>
                    <a:pt x="212" y="286"/>
                  </a:cubicBezTo>
                  <a:lnTo>
                    <a:pt x="112" y="221"/>
                  </a:lnTo>
                  <a:cubicBezTo>
                    <a:pt x="113" y="218"/>
                    <a:pt x="113" y="214"/>
                    <a:pt x="113" y="211"/>
                  </a:cubicBezTo>
                  <a:cubicBezTo>
                    <a:pt x="113" y="180"/>
                    <a:pt x="88" y="155"/>
                    <a:pt x="57" y="155"/>
                  </a:cubicBezTo>
                  <a:cubicBezTo>
                    <a:pt x="26" y="155"/>
                    <a:pt x="0" y="180"/>
                    <a:pt x="0" y="211"/>
                  </a:cubicBezTo>
                  <a:cubicBezTo>
                    <a:pt x="0" y="242"/>
                    <a:pt x="26" y="267"/>
                    <a:pt x="57" y="267"/>
                  </a:cubicBezTo>
                  <a:cubicBezTo>
                    <a:pt x="72" y="267"/>
                    <a:pt x="85" y="261"/>
                    <a:pt x="95" y="252"/>
                  </a:cubicBezTo>
                  <a:lnTo>
                    <a:pt x="195" y="317"/>
                  </a:lnTo>
                  <a:cubicBezTo>
                    <a:pt x="194" y="320"/>
                    <a:pt x="194" y="324"/>
                    <a:pt x="194" y="327"/>
                  </a:cubicBezTo>
                  <a:cubicBezTo>
                    <a:pt x="194" y="358"/>
                    <a:pt x="219" y="383"/>
                    <a:pt x="250" y="383"/>
                  </a:cubicBezTo>
                  <a:cubicBezTo>
                    <a:pt x="281" y="383"/>
                    <a:pt x="306" y="358"/>
                    <a:pt x="306" y="327"/>
                  </a:cubicBezTo>
                  <a:cubicBezTo>
                    <a:pt x="306" y="319"/>
                    <a:pt x="305" y="311"/>
                    <a:pt x="302" y="305"/>
                  </a:cubicBezTo>
                  <a:lnTo>
                    <a:pt x="415" y="182"/>
                  </a:lnTo>
                  <a:cubicBezTo>
                    <a:pt x="424" y="187"/>
                    <a:pt x="433" y="190"/>
                    <a:pt x="443" y="190"/>
                  </a:cubicBezTo>
                  <a:cubicBezTo>
                    <a:pt x="474" y="190"/>
                    <a:pt x="500" y="165"/>
                    <a:pt x="500" y="134"/>
                  </a:cubicBezTo>
                  <a:cubicBezTo>
                    <a:pt x="500" y="133"/>
                    <a:pt x="500" y="132"/>
                    <a:pt x="500" y="132"/>
                  </a:cubicBezTo>
                  <a:lnTo>
                    <a:pt x="593" y="91"/>
                  </a:lnTo>
                  <a:cubicBezTo>
                    <a:pt x="603" y="104"/>
                    <a:pt x="619" y="112"/>
                    <a:pt x="637" y="11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62" name="Google Shape;1162;p37"/>
            <p:cNvSpPr/>
            <p:nvPr/>
          </p:nvSpPr>
          <p:spPr>
            <a:xfrm>
              <a:off x="8109360" y="4361400"/>
              <a:ext cx="40680" cy="41040"/>
            </a:xfrm>
            <a:custGeom>
              <a:rect b="b" l="l" r="r" t="t"/>
              <a:pathLst>
                <a:path extrusionOk="0" h="114" w="113">
                  <a:moveTo>
                    <a:pt x="78" y="79"/>
                  </a:moveTo>
                  <a:lnTo>
                    <a:pt x="35" y="79"/>
                  </a:lnTo>
                  <a:lnTo>
                    <a:pt x="35" y="35"/>
                  </a:lnTo>
                  <a:lnTo>
                    <a:pt x="78" y="35"/>
                  </a:lnTo>
                  <a:lnTo>
                    <a:pt x="78" y="79"/>
                  </a:lnTo>
                  <a:moveTo>
                    <a:pt x="96" y="0"/>
                  </a:moveTo>
                  <a:lnTo>
                    <a:pt x="17" y="0"/>
                  </a:lnTo>
                  <a:cubicBezTo>
                    <a:pt x="8" y="0"/>
                    <a:pt x="0" y="8"/>
                    <a:pt x="0" y="18"/>
                  </a:cubicBezTo>
                  <a:lnTo>
                    <a:pt x="0" y="96"/>
                  </a:lnTo>
                  <a:cubicBezTo>
                    <a:pt x="0" y="106"/>
                    <a:pt x="8" y="114"/>
                    <a:pt x="17" y="114"/>
                  </a:cubicBezTo>
                  <a:lnTo>
                    <a:pt x="96" y="114"/>
                  </a:lnTo>
                  <a:cubicBezTo>
                    <a:pt x="106" y="114"/>
                    <a:pt x="113" y="106"/>
                    <a:pt x="113" y="96"/>
                  </a:cubicBezTo>
                  <a:lnTo>
                    <a:pt x="113" y="18"/>
                  </a:lnTo>
                  <a:cubicBezTo>
                    <a:pt x="113" y="8"/>
                    <a:pt x="106" y="0"/>
                    <a:pt x="96"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163" name="Google Shape;1163;p37"/>
            <p:cNvSpPr/>
            <p:nvPr/>
          </p:nvSpPr>
          <p:spPr>
            <a:xfrm>
              <a:off x="8053920" y="4389840"/>
              <a:ext cx="40680" cy="12600"/>
            </a:xfrm>
            <a:custGeom>
              <a:rect b="b" l="l" r="r" t="t"/>
              <a:pathLst>
                <a:path extrusionOk="0" h="35" w="113">
                  <a:moveTo>
                    <a:pt x="95" y="0"/>
                  </a:moveTo>
                  <a:lnTo>
                    <a:pt x="18" y="0"/>
                  </a:lnTo>
                  <a:cubicBezTo>
                    <a:pt x="8" y="0"/>
                    <a:pt x="0" y="8"/>
                    <a:pt x="0" y="17"/>
                  </a:cubicBezTo>
                  <a:cubicBezTo>
                    <a:pt x="0" y="27"/>
                    <a:pt x="8" y="35"/>
                    <a:pt x="18" y="35"/>
                  </a:cubicBezTo>
                  <a:lnTo>
                    <a:pt x="95" y="35"/>
                  </a:lnTo>
                  <a:cubicBezTo>
                    <a:pt x="105" y="35"/>
                    <a:pt x="113" y="27"/>
                    <a:pt x="113" y="17"/>
                  </a:cubicBezTo>
                  <a:cubicBezTo>
                    <a:pt x="113" y="8"/>
                    <a:pt x="105" y="0"/>
                    <a:pt x="9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164" name="Google Shape;1164;p37"/>
          <p:cNvSpPr txBox="1"/>
          <p:nvPr>
            <p:ph idx="1" type="subTitle"/>
          </p:nvPr>
        </p:nvSpPr>
        <p:spPr>
          <a:xfrm>
            <a:off x="1640225" y="3260000"/>
            <a:ext cx="5258700" cy="6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rPr>
              <a:t>The model provides some predictive value, is statistically valid, and gives directional insights. However, it is not highly accurate for precise prediction. </a:t>
            </a:r>
            <a:endParaRPr b="1" sz="1100">
              <a:solidFill>
                <a:srgbClr val="000000"/>
              </a:solidFill>
            </a:endParaRPr>
          </a:p>
          <a:p>
            <a:pPr indent="0" lvl="0" marL="0" rtl="0" algn="l">
              <a:spcBef>
                <a:spcPts val="0"/>
              </a:spcBef>
              <a:spcAft>
                <a:spcPts val="0"/>
              </a:spcAft>
              <a:buNone/>
            </a:pPr>
            <a:r>
              <a:t/>
            </a:r>
            <a:endParaRPr b="1" sz="1100">
              <a:solidFill>
                <a:srgbClr val="000000"/>
              </a:solidFill>
            </a:endParaRPr>
          </a:p>
        </p:txBody>
      </p:sp>
      <p:sp>
        <p:nvSpPr>
          <p:cNvPr id="1165" name="Google Shape;1165;p37"/>
          <p:cNvSpPr/>
          <p:nvPr/>
        </p:nvSpPr>
        <p:spPr>
          <a:xfrm>
            <a:off x="870825" y="1590375"/>
            <a:ext cx="7953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01</a:t>
            </a:r>
            <a:endParaRPr>
              <a:latin typeface="Lato"/>
              <a:ea typeface="Lato"/>
              <a:cs typeface="Lato"/>
              <a:sym typeface="Lato"/>
            </a:endParaRPr>
          </a:p>
        </p:txBody>
      </p:sp>
      <p:sp>
        <p:nvSpPr>
          <p:cNvPr id="1166" name="Google Shape;1166;p37"/>
          <p:cNvSpPr/>
          <p:nvPr/>
        </p:nvSpPr>
        <p:spPr>
          <a:xfrm>
            <a:off x="870825" y="2366900"/>
            <a:ext cx="7953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02</a:t>
            </a:r>
            <a:endParaRPr>
              <a:latin typeface="Lato"/>
              <a:ea typeface="Lato"/>
              <a:cs typeface="Lato"/>
              <a:sym typeface="Lato"/>
            </a:endParaRPr>
          </a:p>
        </p:txBody>
      </p:sp>
      <p:sp>
        <p:nvSpPr>
          <p:cNvPr id="1167" name="Google Shape;1167;p37"/>
          <p:cNvSpPr/>
          <p:nvPr/>
        </p:nvSpPr>
        <p:spPr>
          <a:xfrm>
            <a:off x="844925" y="3269950"/>
            <a:ext cx="7953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03</a:t>
            </a:r>
            <a:endParaRPr>
              <a:latin typeface="Lato"/>
              <a:ea typeface="Lato"/>
              <a:cs typeface="Lato"/>
              <a:sym typeface="Lato"/>
            </a:endParaRPr>
          </a:p>
        </p:txBody>
      </p:sp>
      <p:pic>
        <p:nvPicPr>
          <p:cNvPr id="1168" name="Google Shape;1168;p37"/>
          <p:cNvPicPr preferRelativeResize="0"/>
          <p:nvPr/>
        </p:nvPicPr>
        <p:blipFill>
          <a:blip r:embed="rId4">
            <a:alphaModFix/>
          </a:blip>
          <a:stretch>
            <a:fillRect/>
          </a:stretch>
        </p:blipFill>
        <p:spPr>
          <a:xfrm>
            <a:off x="6985701" y="3352725"/>
            <a:ext cx="1570275" cy="1220375"/>
          </a:xfrm>
          <a:prstGeom prst="rect">
            <a:avLst/>
          </a:prstGeom>
          <a:noFill/>
          <a:ln>
            <a:noFill/>
          </a:ln>
        </p:spPr>
      </p:pic>
      <p:sp>
        <p:nvSpPr>
          <p:cNvPr id="1169" name="Google Shape;1169;p37"/>
          <p:cNvSpPr txBox="1"/>
          <p:nvPr/>
        </p:nvSpPr>
        <p:spPr>
          <a:xfrm>
            <a:off x="3340200" y="4234700"/>
            <a:ext cx="329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Lato"/>
                <a:ea typeface="Lato"/>
                <a:cs typeface="Lato"/>
                <a:sym typeface="Lato"/>
              </a:rPr>
              <a:t>Validation:  Prediction Summary</a:t>
            </a:r>
            <a:endParaRPr b="1" sz="1200">
              <a:solidFill>
                <a:schemeClr val="dk1"/>
              </a:solidFill>
              <a:latin typeface="Lato"/>
              <a:ea typeface="Lato"/>
              <a:cs typeface="Lato"/>
              <a:sym typeface="Lato"/>
            </a:endParaRPr>
          </a:p>
        </p:txBody>
      </p:sp>
      <p:sp>
        <p:nvSpPr>
          <p:cNvPr id="1170" name="Google Shape;1170;p37"/>
          <p:cNvSpPr/>
          <p:nvPr/>
        </p:nvSpPr>
        <p:spPr>
          <a:xfrm>
            <a:off x="5812225" y="4275650"/>
            <a:ext cx="9174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38"/>
          <p:cNvSpPr txBox="1"/>
          <p:nvPr>
            <p:ph type="title"/>
          </p:nvPr>
        </p:nvSpPr>
        <p:spPr>
          <a:xfrm>
            <a:off x="713225" y="701375"/>
            <a:ext cx="8004900" cy="9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kNN: Screened Variables</a:t>
            </a:r>
            <a:endParaRPr/>
          </a:p>
        </p:txBody>
      </p:sp>
      <p:pic>
        <p:nvPicPr>
          <p:cNvPr id="1176" name="Google Shape;1176;p38"/>
          <p:cNvPicPr preferRelativeResize="0"/>
          <p:nvPr/>
        </p:nvPicPr>
        <p:blipFill>
          <a:blip r:embed="rId3">
            <a:alphaModFix/>
          </a:blip>
          <a:stretch>
            <a:fillRect/>
          </a:stretch>
        </p:blipFill>
        <p:spPr>
          <a:xfrm>
            <a:off x="615650" y="1484887"/>
            <a:ext cx="5282450" cy="3105783"/>
          </a:xfrm>
          <a:prstGeom prst="rect">
            <a:avLst/>
          </a:prstGeom>
          <a:noFill/>
          <a:ln>
            <a:noFill/>
          </a:ln>
        </p:spPr>
      </p:pic>
      <p:sp>
        <p:nvSpPr>
          <p:cNvPr id="1177" name="Google Shape;1177;p38"/>
          <p:cNvSpPr/>
          <p:nvPr/>
        </p:nvSpPr>
        <p:spPr>
          <a:xfrm>
            <a:off x="5995675" y="1971875"/>
            <a:ext cx="9726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.05</a:t>
            </a:r>
            <a:endParaRPr>
              <a:latin typeface="Lato"/>
              <a:ea typeface="Lato"/>
              <a:cs typeface="Lato"/>
              <a:sym typeface="Lato"/>
            </a:endParaRPr>
          </a:p>
        </p:txBody>
      </p:sp>
      <p:sp>
        <p:nvSpPr>
          <p:cNvPr id="1178" name="Google Shape;1178;p38"/>
          <p:cNvSpPr/>
          <p:nvPr/>
        </p:nvSpPr>
        <p:spPr>
          <a:xfrm>
            <a:off x="5995675" y="2775125"/>
            <a:ext cx="9726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.10</a:t>
            </a:r>
            <a:endParaRPr>
              <a:latin typeface="Lato"/>
              <a:ea typeface="Lato"/>
              <a:cs typeface="Lato"/>
              <a:sym typeface="Lato"/>
            </a:endParaRPr>
          </a:p>
        </p:txBody>
      </p:sp>
      <p:sp>
        <p:nvSpPr>
          <p:cNvPr id="1179" name="Google Shape;1179;p38"/>
          <p:cNvSpPr/>
          <p:nvPr/>
        </p:nvSpPr>
        <p:spPr>
          <a:xfrm>
            <a:off x="5995675" y="3578375"/>
            <a:ext cx="9726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.15</a:t>
            </a:r>
            <a:endParaRPr>
              <a:latin typeface="Lato"/>
              <a:ea typeface="Lato"/>
              <a:cs typeface="Lato"/>
              <a:sym typeface="Lato"/>
            </a:endParaRPr>
          </a:p>
        </p:txBody>
      </p:sp>
      <p:sp>
        <p:nvSpPr>
          <p:cNvPr id="1180" name="Google Shape;1180;p38"/>
          <p:cNvSpPr txBox="1"/>
          <p:nvPr/>
        </p:nvSpPr>
        <p:spPr>
          <a:xfrm>
            <a:off x="7322475" y="2460150"/>
            <a:ext cx="1206600" cy="15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Lato"/>
                <a:ea typeface="Lato"/>
                <a:cs typeface="Lato"/>
                <a:sym typeface="Lato"/>
              </a:rPr>
              <a:t>3 Different Correlation Cutoff Methods</a:t>
            </a:r>
            <a:endParaRPr b="1">
              <a:solidFill>
                <a:schemeClr val="dk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39"/>
          <p:cNvSpPr txBox="1"/>
          <p:nvPr>
            <p:ph idx="2" type="title"/>
          </p:nvPr>
        </p:nvSpPr>
        <p:spPr>
          <a:xfrm>
            <a:off x="830975" y="810275"/>
            <a:ext cx="2346000" cy="379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7 Variables Removed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R^2: .2638</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Removing variables that had a less than 5% correlation to the final grade actually resulted in decreased predictive power of the overall model</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
        <p:nvSpPr>
          <p:cNvPr id="1186" name="Google Shape;1186;p39"/>
          <p:cNvSpPr txBox="1"/>
          <p:nvPr>
            <p:ph idx="2" type="title"/>
          </p:nvPr>
        </p:nvSpPr>
        <p:spPr>
          <a:xfrm>
            <a:off x="3457875" y="810275"/>
            <a:ext cx="2346000" cy="37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7" name="Google Shape;1187;p39"/>
          <p:cNvSpPr txBox="1"/>
          <p:nvPr>
            <p:ph idx="2" type="title"/>
          </p:nvPr>
        </p:nvSpPr>
        <p:spPr>
          <a:xfrm>
            <a:off x="6084775" y="810275"/>
            <a:ext cx="2346000" cy="37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8" name="Google Shape;1188;p39"/>
          <p:cNvSpPr txBox="1"/>
          <p:nvPr>
            <p:ph idx="2" type="title"/>
          </p:nvPr>
        </p:nvSpPr>
        <p:spPr>
          <a:xfrm>
            <a:off x="830975" y="810275"/>
            <a:ext cx="2346000" cy="5799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1900"/>
              <a:t>Correl</a:t>
            </a:r>
            <a:endParaRPr sz="1900"/>
          </a:p>
          <a:p>
            <a:pPr indent="0" lvl="0" marL="0" rtl="0" algn="l">
              <a:spcBef>
                <a:spcPts val="0"/>
              </a:spcBef>
              <a:spcAft>
                <a:spcPts val="0"/>
              </a:spcAft>
              <a:buNone/>
            </a:pPr>
            <a:r>
              <a:rPr lang="en" sz="1900"/>
              <a:t>&lt; 0.05 or &lt; -.</a:t>
            </a:r>
            <a:r>
              <a:rPr lang="en" sz="1900"/>
              <a:t>05 </a:t>
            </a:r>
            <a:endParaRPr sz="1900"/>
          </a:p>
        </p:txBody>
      </p:sp>
      <p:sp>
        <p:nvSpPr>
          <p:cNvPr id="1189" name="Google Shape;1189;p39"/>
          <p:cNvSpPr txBox="1"/>
          <p:nvPr>
            <p:ph idx="2" type="title"/>
          </p:nvPr>
        </p:nvSpPr>
        <p:spPr>
          <a:xfrm>
            <a:off x="3457875" y="810275"/>
            <a:ext cx="2346000" cy="379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t>19 Variables Removed</a:t>
            </a: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rPr lang="en" sz="1200"/>
              <a:t>R^2 : .2913</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Removing variables that had less than 10% correlation to the final grade slightly increased the prediction power of the model</a:t>
            </a:r>
            <a:endParaRPr sz="1200"/>
          </a:p>
        </p:txBody>
      </p:sp>
      <p:sp>
        <p:nvSpPr>
          <p:cNvPr id="1190" name="Google Shape;1190;p39"/>
          <p:cNvSpPr txBox="1"/>
          <p:nvPr>
            <p:ph idx="2" type="title"/>
          </p:nvPr>
        </p:nvSpPr>
        <p:spPr>
          <a:xfrm>
            <a:off x="3457875" y="810275"/>
            <a:ext cx="2346000" cy="5799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1900"/>
              <a:t>Correl </a:t>
            </a:r>
            <a:endParaRPr sz="1900"/>
          </a:p>
          <a:p>
            <a:pPr indent="0" lvl="0" marL="0" rtl="0" algn="l">
              <a:spcBef>
                <a:spcPts val="0"/>
              </a:spcBef>
              <a:spcAft>
                <a:spcPts val="0"/>
              </a:spcAft>
              <a:buNone/>
            </a:pPr>
            <a:r>
              <a:rPr lang="en" sz="1900"/>
              <a:t>&lt; .1 or &lt; -.1</a:t>
            </a:r>
            <a:endParaRPr sz="1900"/>
          </a:p>
        </p:txBody>
      </p:sp>
      <p:sp>
        <p:nvSpPr>
          <p:cNvPr id="1191" name="Google Shape;1191;p39"/>
          <p:cNvSpPr txBox="1"/>
          <p:nvPr>
            <p:ph idx="2" type="title"/>
          </p:nvPr>
        </p:nvSpPr>
        <p:spPr>
          <a:xfrm>
            <a:off x="6084775" y="810275"/>
            <a:ext cx="2346000" cy="37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192" name="Google Shape;1192;p39"/>
          <p:cNvSpPr txBox="1"/>
          <p:nvPr>
            <p:ph idx="2" type="title"/>
          </p:nvPr>
        </p:nvSpPr>
        <p:spPr>
          <a:xfrm>
            <a:off x="6084775" y="810275"/>
            <a:ext cx="2346000" cy="5799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2500"/>
              <a:t> .15 Cutoff</a:t>
            </a:r>
            <a:endParaRPr sz="2500"/>
          </a:p>
        </p:txBody>
      </p:sp>
      <p:sp>
        <p:nvSpPr>
          <p:cNvPr id="1193" name="Google Shape;1193;p39"/>
          <p:cNvSpPr txBox="1"/>
          <p:nvPr>
            <p:ph idx="2" type="title"/>
          </p:nvPr>
        </p:nvSpPr>
        <p:spPr>
          <a:xfrm>
            <a:off x="6084775" y="810275"/>
            <a:ext cx="2346000" cy="379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39"/>
          <p:cNvSpPr txBox="1"/>
          <p:nvPr>
            <p:ph idx="2" type="title"/>
          </p:nvPr>
        </p:nvSpPr>
        <p:spPr>
          <a:xfrm>
            <a:off x="6084775" y="810275"/>
            <a:ext cx="2346000" cy="379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t>31 Variables Removed</a:t>
            </a: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rPr lang="en" sz="1200"/>
              <a:t>R^2 : .2692</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Setting the </a:t>
            </a:r>
            <a:r>
              <a:rPr lang="en" sz="1200"/>
              <a:t>cutoff</a:t>
            </a:r>
            <a:r>
              <a:rPr lang="en" sz="1200"/>
              <a:t> at 15% correlation resulted in a loss of key variables and led to a significant drop in </a:t>
            </a:r>
            <a:r>
              <a:rPr lang="en" sz="1200"/>
              <a:t>predictive</a:t>
            </a:r>
            <a:r>
              <a:rPr lang="en" sz="1200"/>
              <a:t> power</a:t>
            </a:r>
            <a:endParaRPr sz="1200"/>
          </a:p>
        </p:txBody>
      </p:sp>
      <p:sp>
        <p:nvSpPr>
          <p:cNvPr id="1195" name="Google Shape;1195;p39"/>
          <p:cNvSpPr txBox="1"/>
          <p:nvPr>
            <p:ph idx="2" type="title"/>
          </p:nvPr>
        </p:nvSpPr>
        <p:spPr>
          <a:xfrm>
            <a:off x="6084775" y="810275"/>
            <a:ext cx="2346000" cy="5799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1900"/>
              <a:t>Correl &lt; 0.15 or &lt; -0.15</a:t>
            </a:r>
            <a:endParaRPr sz="1900"/>
          </a:p>
        </p:txBody>
      </p:sp>
      <p:pic>
        <p:nvPicPr>
          <p:cNvPr id="1196" name="Google Shape;1196;p39"/>
          <p:cNvPicPr preferRelativeResize="0"/>
          <p:nvPr/>
        </p:nvPicPr>
        <p:blipFill>
          <a:blip r:embed="rId3">
            <a:alphaModFix/>
          </a:blip>
          <a:stretch>
            <a:fillRect/>
          </a:stretch>
        </p:blipFill>
        <p:spPr>
          <a:xfrm>
            <a:off x="2131375" y="3709348"/>
            <a:ext cx="1045600" cy="871327"/>
          </a:xfrm>
          <a:prstGeom prst="rect">
            <a:avLst/>
          </a:prstGeom>
          <a:noFill/>
          <a:ln>
            <a:noFill/>
          </a:ln>
        </p:spPr>
      </p:pic>
      <p:graphicFrame>
        <p:nvGraphicFramePr>
          <p:cNvPr id="1197" name="Google Shape;1197;p39"/>
          <p:cNvGraphicFramePr/>
          <p:nvPr/>
        </p:nvGraphicFramePr>
        <p:xfrm>
          <a:off x="304800" y="304800"/>
          <a:ext cx="3000000" cy="3000000"/>
        </p:xfrm>
        <a:graphic>
          <a:graphicData uri="http://schemas.openxmlformats.org/drawingml/2006/table">
            <a:tbl>
              <a:tblPr>
                <a:noFill/>
                <a:tableStyleId>{097FDDD3-5CF0-45FB-8820-A3A4E7E027BA}</a:tableStyleId>
              </a:tblPr>
              <a:tblGrid>
                <a:gridCol w="609600"/>
              </a:tblGrid>
              <a:tr h="180975">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198" name="Google Shape;1198;p39"/>
          <p:cNvPicPr preferRelativeResize="0"/>
          <p:nvPr/>
        </p:nvPicPr>
        <p:blipFill>
          <a:blip r:embed="rId4">
            <a:alphaModFix/>
          </a:blip>
          <a:stretch>
            <a:fillRect/>
          </a:stretch>
        </p:blipFill>
        <p:spPr>
          <a:xfrm>
            <a:off x="4758275" y="3707425"/>
            <a:ext cx="1045600" cy="873250"/>
          </a:xfrm>
          <a:prstGeom prst="rect">
            <a:avLst/>
          </a:prstGeom>
          <a:noFill/>
          <a:ln>
            <a:noFill/>
          </a:ln>
        </p:spPr>
      </p:pic>
      <p:pic>
        <p:nvPicPr>
          <p:cNvPr id="1199" name="Google Shape;1199;p39"/>
          <p:cNvPicPr preferRelativeResize="0"/>
          <p:nvPr/>
        </p:nvPicPr>
        <p:blipFill>
          <a:blip r:embed="rId5">
            <a:alphaModFix/>
          </a:blip>
          <a:stretch>
            <a:fillRect/>
          </a:stretch>
        </p:blipFill>
        <p:spPr>
          <a:xfrm>
            <a:off x="7300800" y="3614725"/>
            <a:ext cx="1129975" cy="965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40"/>
          <p:cNvSpPr txBox="1"/>
          <p:nvPr>
            <p:ph type="title"/>
          </p:nvPr>
        </p:nvSpPr>
        <p:spPr>
          <a:xfrm>
            <a:off x="343425" y="955300"/>
            <a:ext cx="8457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kNN: Variables from MLR</a:t>
            </a:r>
            <a:endParaRPr sz="4000"/>
          </a:p>
        </p:txBody>
      </p:sp>
      <p:pic>
        <p:nvPicPr>
          <p:cNvPr id="1205" name="Google Shape;1205;p40" title="Screenshot 2025-04-30 at 12.44.16 AM.png"/>
          <p:cNvPicPr preferRelativeResize="0"/>
          <p:nvPr/>
        </p:nvPicPr>
        <p:blipFill>
          <a:blip r:embed="rId3">
            <a:alphaModFix/>
          </a:blip>
          <a:stretch>
            <a:fillRect/>
          </a:stretch>
        </p:blipFill>
        <p:spPr>
          <a:xfrm>
            <a:off x="1370400" y="1915225"/>
            <a:ext cx="1171575" cy="876300"/>
          </a:xfrm>
          <a:prstGeom prst="rect">
            <a:avLst/>
          </a:prstGeom>
          <a:noFill/>
          <a:ln>
            <a:noFill/>
          </a:ln>
        </p:spPr>
      </p:pic>
      <p:sp>
        <p:nvSpPr>
          <p:cNvPr id="1206" name="Google Shape;1206;p40"/>
          <p:cNvSpPr txBox="1"/>
          <p:nvPr>
            <p:ph idx="1" type="subTitle"/>
          </p:nvPr>
        </p:nvSpPr>
        <p:spPr>
          <a:xfrm>
            <a:off x="896750" y="3540950"/>
            <a:ext cx="2118900" cy="86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Days One"/>
                <a:ea typeface="Days One"/>
                <a:cs typeface="Days One"/>
                <a:sym typeface="Days One"/>
              </a:rPr>
              <a:t>Higher RMSE</a:t>
            </a:r>
            <a:endParaRPr>
              <a:latin typeface="Days One"/>
              <a:ea typeface="Days One"/>
              <a:cs typeface="Days One"/>
              <a:sym typeface="Days One"/>
            </a:endParaRPr>
          </a:p>
          <a:p>
            <a:pPr indent="0" lvl="0" marL="0" rtl="0" algn="ctr">
              <a:spcBef>
                <a:spcPts val="0"/>
              </a:spcBef>
              <a:spcAft>
                <a:spcPts val="0"/>
              </a:spcAft>
              <a:buNone/>
            </a:pPr>
            <a:r>
              <a:rPr lang="en">
                <a:latin typeface="Days One"/>
                <a:ea typeface="Days One"/>
                <a:cs typeface="Days One"/>
                <a:sym typeface="Days One"/>
              </a:rPr>
              <a:t>Lower R</a:t>
            </a:r>
            <a:r>
              <a:rPr baseline="30000" lang="en">
                <a:latin typeface="Days One"/>
                <a:ea typeface="Days One"/>
                <a:cs typeface="Days One"/>
                <a:sym typeface="Days One"/>
              </a:rPr>
              <a:t>2</a:t>
            </a:r>
            <a:endParaRPr baseline="30000">
              <a:latin typeface="Days One"/>
              <a:ea typeface="Days One"/>
              <a:cs typeface="Days One"/>
              <a:sym typeface="Days One"/>
            </a:endParaRPr>
          </a:p>
        </p:txBody>
      </p:sp>
      <p:sp>
        <p:nvSpPr>
          <p:cNvPr id="1207" name="Google Shape;1207;p40"/>
          <p:cNvSpPr txBox="1"/>
          <p:nvPr/>
        </p:nvSpPr>
        <p:spPr>
          <a:xfrm>
            <a:off x="896900" y="2957250"/>
            <a:ext cx="2118900" cy="572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Days One"/>
                <a:ea typeface="Days One"/>
                <a:cs typeface="Days One"/>
                <a:sym typeface="Days One"/>
              </a:rPr>
              <a:t>Stepwise</a:t>
            </a:r>
            <a:endParaRPr b="1" sz="1800">
              <a:solidFill>
                <a:schemeClr val="dk1"/>
              </a:solidFill>
              <a:latin typeface="Days One"/>
              <a:ea typeface="Days One"/>
              <a:cs typeface="Days One"/>
              <a:sym typeface="Days One"/>
            </a:endParaRPr>
          </a:p>
        </p:txBody>
      </p:sp>
      <p:sp>
        <p:nvSpPr>
          <p:cNvPr id="1208" name="Google Shape;1208;p40"/>
          <p:cNvSpPr txBox="1"/>
          <p:nvPr>
            <p:ph idx="1" type="subTitle"/>
          </p:nvPr>
        </p:nvSpPr>
        <p:spPr>
          <a:xfrm>
            <a:off x="3512475" y="3540950"/>
            <a:ext cx="2118900" cy="86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Days One"/>
                <a:ea typeface="Days One"/>
                <a:cs typeface="Days One"/>
                <a:sym typeface="Days One"/>
              </a:rPr>
              <a:t>Higher RMSE</a:t>
            </a:r>
            <a:endParaRPr>
              <a:latin typeface="Days One"/>
              <a:ea typeface="Days One"/>
              <a:cs typeface="Days One"/>
              <a:sym typeface="Days One"/>
            </a:endParaRPr>
          </a:p>
          <a:p>
            <a:pPr indent="0" lvl="0" marL="0" rtl="0" algn="ctr">
              <a:spcBef>
                <a:spcPts val="0"/>
              </a:spcBef>
              <a:spcAft>
                <a:spcPts val="0"/>
              </a:spcAft>
              <a:buNone/>
            </a:pPr>
            <a:r>
              <a:rPr lang="en">
                <a:latin typeface="Days One"/>
                <a:ea typeface="Days One"/>
                <a:cs typeface="Days One"/>
                <a:sym typeface="Days One"/>
              </a:rPr>
              <a:t>Lower R</a:t>
            </a:r>
            <a:r>
              <a:rPr baseline="30000" lang="en">
                <a:latin typeface="Days One"/>
                <a:ea typeface="Days One"/>
                <a:cs typeface="Days One"/>
                <a:sym typeface="Days One"/>
              </a:rPr>
              <a:t>2</a:t>
            </a:r>
            <a:endParaRPr>
              <a:latin typeface="Days One"/>
              <a:ea typeface="Days One"/>
              <a:cs typeface="Days One"/>
              <a:sym typeface="Days One"/>
            </a:endParaRPr>
          </a:p>
        </p:txBody>
      </p:sp>
      <p:sp>
        <p:nvSpPr>
          <p:cNvPr id="1209" name="Google Shape;1209;p40"/>
          <p:cNvSpPr txBox="1"/>
          <p:nvPr/>
        </p:nvSpPr>
        <p:spPr>
          <a:xfrm>
            <a:off x="3512625" y="2957250"/>
            <a:ext cx="2118900" cy="572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Days One"/>
                <a:ea typeface="Days One"/>
                <a:cs typeface="Days One"/>
                <a:sym typeface="Days One"/>
              </a:rPr>
              <a:t>Forward</a:t>
            </a:r>
            <a:endParaRPr b="1" sz="1800">
              <a:solidFill>
                <a:schemeClr val="dk1"/>
              </a:solidFill>
              <a:latin typeface="Days One"/>
              <a:ea typeface="Days One"/>
              <a:cs typeface="Days One"/>
              <a:sym typeface="Days One"/>
            </a:endParaRPr>
          </a:p>
        </p:txBody>
      </p:sp>
      <p:sp>
        <p:nvSpPr>
          <p:cNvPr id="1210" name="Google Shape;1210;p40"/>
          <p:cNvSpPr txBox="1"/>
          <p:nvPr>
            <p:ph idx="1" type="subTitle"/>
          </p:nvPr>
        </p:nvSpPr>
        <p:spPr>
          <a:xfrm>
            <a:off x="6160450" y="3540950"/>
            <a:ext cx="2118900" cy="86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Days One"/>
                <a:ea typeface="Days One"/>
                <a:cs typeface="Days One"/>
                <a:sym typeface="Days One"/>
              </a:rPr>
              <a:t>Lowest RMSE</a:t>
            </a:r>
            <a:endParaRPr>
              <a:latin typeface="Days One"/>
              <a:ea typeface="Days One"/>
              <a:cs typeface="Days One"/>
              <a:sym typeface="Days One"/>
            </a:endParaRPr>
          </a:p>
          <a:p>
            <a:pPr indent="0" lvl="0" marL="0" rtl="0" algn="ctr">
              <a:spcBef>
                <a:spcPts val="0"/>
              </a:spcBef>
              <a:spcAft>
                <a:spcPts val="0"/>
              </a:spcAft>
              <a:buNone/>
            </a:pPr>
            <a:r>
              <a:rPr lang="en">
                <a:latin typeface="Days One"/>
                <a:ea typeface="Days One"/>
                <a:cs typeface="Days One"/>
                <a:sym typeface="Days One"/>
              </a:rPr>
              <a:t>Highest R</a:t>
            </a:r>
            <a:r>
              <a:rPr baseline="30000" lang="en">
                <a:latin typeface="Days One"/>
                <a:ea typeface="Days One"/>
                <a:cs typeface="Days One"/>
                <a:sym typeface="Days One"/>
              </a:rPr>
              <a:t>2</a:t>
            </a:r>
            <a:r>
              <a:rPr baseline="-25000" lang="en">
                <a:latin typeface="Days One"/>
                <a:ea typeface="Days One"/>
                <a:cs typeface="Days One"/>
                <a:sym typeface="Days One"/>
              </a:rPr>
              <a:t> </a:t>
            </a:r>
            <a:endParaRPr>
              <a:latin typeface="Days One"/>
              <a:ea typeface="Days One"/>
              <a:cs typeface="Days One"/>
              <a:sym typeface="Days One"/>
            </a:endParaRPr>
          </a:p>
        </p:txBody>
      </p:sp>
      <p:sp>
        <p:nvSpPr>
          <p:cNvPr id="1211" name="Google Shape;1211;p40"/>
          <p:cNvSpPr txBox="1"/>
          <p:nvPr/>
        </p:nvSpPr>
        <p:spPr>
          <a:xfrm>
            <a:off x="6160600" y="2957250"/>
            <a:ext cx="2118900" cy="572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Days One"/>
                <a:ea typeface="Days One"/>
                <a:cs typeface="Days One"/>
                <a:sym typeface="Days One"/>
              </a:rPr>
              <a:t>Backward</a:t>
            </a:r>
            <a:endParaRPr b="1" sz="1800">
              <a:solidFill>
                <a:schemeClr val="dk1"/>
              </a:solidFill>
              <a:latin typeface="Days One"/>
              <a:ea typeface="Days One"/>
              <a:cs typeface="Days One"/>
              <a:sym typeface="Days One"/>
            </a:endParaRPr>
          </a:p>
        </p:txBody>
      </p:sp>
      <p:pic>
        <p:nvPicPr>
          <p:cNvPr id="1212" name="Google Shape;1212;p40" title="Screenshot 2025-04-30 at 1.11.49 AM.png"/>
          <p:cNvPicPr preferRelativeResize="0"/>
          <p:nvPr/>
        </p:nvPicPr>
        <p:blipFill>
          <a:blip r:embed="rId4">
            <a:alphaModFix/>
          </a:blip>
          <a:stretch>
            <a:fillRect/>
          </a:stretch>
        </p:blipFill>
        <p:spPr>
          <a:xfrm>
            <a:off x="6643788" y="1915225"/>
            <a:ext cx="1152525" cy="876300"/>
          </a:xfrm>
          <a:prstGeom prst="rect">
            <a:avLst/>
          </a:prstGeom>
          <a:noFill/>
          <a:ln>
            <a:noFill/>
          </a:ln>
        </p:spPr>
      </p:pic>
      <p:pic>
        <p:nvPicPr>
          <p:cNvPr id="1213" name="Google Shape;1213;p40" title="Screenshot 2025-04-30 at 12.44.16 AM.png"/>
          <p:cNvPicPr preferRelativeResize="0"/>
          <p:nvPr/>
        </p:nvPicPr>
        <p:blipFill>
          <a:blip r:embed="rId3">
            <a:alphaModFix/>
          </a:blip>
          <a:stretch>
            <a:fillRect/>
          </a:stretch>
        </p:blipFill>
        <p:spPr>
          <a:xfrm>
            <a:off x="3986138" y="1915225"/>
            <a:ext cx="1171575" cy="876300"/>
          </a:xfrm>
          <a:prstGeom prst="rect">
            <a:avLst/>
          </a:prstGeom>
          <a:noFill/>
          <a:ln>
            <a:noFill/>
          </a:ln>
        </p:spPr>
      </p:pic>
      <p:sp>
        <p:nvSpPr>
          <p:cNvPr id="1214" name="Google Shape;1214;p40"/>
          <p:cNvSpPr/>
          <p:nvPr/>
        </p:nvSpPr>
        <p:spPr>
          <a:xfrm>
            <a:off x="5998475" y="1751075"/>
            <a:ext cx="2537400" cy="2757000"/>
          </a:xfrm>
          <a:prstGeom prst="flowChartAlternateProcess">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41"/>
          <p:cNvSpPr txBox="1"/>
          <p:nvPr>
            <p:ph type="title"/>
          </p:nvPr>
        </p:nvSpPr>
        <p:spPr>
          <a:xfrm>
            <a:off x="870825" y="678075"/>
            <a:ext cx="7351200" cy="72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kNN: MLR Variables (Backward) </a:t>
            </a:r>
            <a:endParaRPr sz="3100"/>
          </a:p>
        </p:txBody>
      </p:sp>
      <p:sp>
        <p:nvSpPr>
          <p:cNvPr id="1220" name="Google Shape;1220;p41"/>
          <p:cNvSpPr txBox="1"/>
          <p:nvPr>
            <p:ph idx="4294967295" type="subTitle"/>
          </p:nvPr>
        </p:nvSpPr>
        <p:spPr>
          <a:xfrm>
            <a:off x="2136425" y="2343188"/>
            <a:ext cx="476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12.65</a:t>
            </a:r>
            <a:r>
              <a:rPr b="1" lang="en" sz="1200"/>
              <a:t>% </a:t>
            </a:r>
            <a:r>
              <a:rPr b="1" lang="en" sz="1200"/>
              <a:t>of the variation in the target variable is explained by the model.</a:t>
            </a:r>
            <a:endParaRPr b="1" sz="1200"/>
          </a:p>
        </p:txBody>
      </p:sp>
      <p:sp>
        <p:nvSpPr>
          <p:cNvPr id="1221" name="Google Shape;1221;p41"/>
          <p:cNvSpPr txBox="1"/>
          <p:nvPr>
            <p:ph idx="1" type="subTitle"/>
          </p:nvPr>
        </p:nvSpPr>
        <p:spPr>
          <a:xfrm>
            <a:off x="1659550" y="1643775"/>
            <a:ext cx="6026100" cy="6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t>The machine shows that Root Mean Squared Error is lowest at 10 nearest neighbors. </a:t>
            </a:r>
            <a:endParaRPr b="1" sz="1100"/>
          </a:p>
          <a:p>
            <a:pPr indent="0" lvl="0" marL="0" rtl="0" algn="l">
              <a:spcBef>
                <a:spcPts val="0"/>
              </a:spcBef>
              <a:spcAft>
                <a:spcPts val="0"/>
              </a:spcAft>
              <a:buNone/>
            </a:pPr>
            <a:r>
              <a:rPr b="1" lang="en" sz="1100"/>
              <a:t>Because this is a prediction model, we can go ahead and use even K values.</a:t>
            </a:r>
            <a:endParaRPr b="1" sz="1100"/>
          </a:p>
        </p:txBody>
      </p:sp>
      <p:sp>
        <p:nvSpPr>
          <p:cNvPr id="1222" name="Google Shape;1222;p41"/>
          <p:cNvSpPr txBox="1"/>
          <p:nvPr>
            <p:ph idx="4294967295" type="subTitle"/>
          </p:nvPr>
        </p:nvSpPr>
        <p:spPr>
          <a:xfrm>
            <a:off x="1704900" y="2374950"/>
            <a:ext cx="432000" cy="39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a:t>
            </a:r>
            <a:r>
              <a:rPr b="1" baseline="30000" lang="en"/>
              <a:t>2</a:t>
            </a:r>
            <a:r>
              <a:rPr b="1" lang="en"/>
              <a:t>: </a:t>
            </a:r>
            <a:endParaRPr b="1"/>
          </a:p>
        </p:txBody>
      </p:sp>
      <p:sp>
        <p:nvSpPr>
          <p:cNvPr id="1223" name="Google Shape;1223;p41"/>
          <p:cNvSpPr/>
          <p:nvPr/>
        </p:nvSpPr>
        <p:spPr>
          <a:xfrm>
            <a:off x="113525" y="10055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224" name="Google Shape;1224;p41"/>
          <p:cNvGrpSpPr/>
          <p:nvPr/>
        </p:nvGrpSpPr>
        <p:grpSpPr>
          <a:xfrm rot="623552">
            <a:off x="8327634" y="917957"/>
            <a:ext cx="681913" cy="516156"/>
            <a:chOff x="7803360" y="4187880"/>
            <a:chExt cx="430560" cy="304920"/>
          </a:xfrm>
        </p:grpSpPr>
        <p:sp>
          <p:nvSpPr>
            <p:cNvPr id="1225" name="Google Shape;1225;p41"/>
            <p:cNvSpPr/>
            <p:nvPr/>
          </p:nvSpPr>
          <p:spPr>
            <a:xfrm>
              <a:off x="7830720" y="4194000"/>
              <a:ext cx="375840" cy="246240"/>
            </a:xfrm>
            <a:custGeom>
              <a:rect b="b" l="l" r="r" t="t"/>
              <a:pathLst>
                <a:path extrusionOk="0" h="684" w="1044">
                  <a:moveTo>
                    <a:pt x="0" y="684"/>
                  </a:moveTo>
                  <a:lnTo>
                    <a:pt x="0" y="78"/>
                  </a:lnTo>
                  <a:cubicBezTo>
                    <a:pt x="0" y="35"/>
                    <a:pt x="34" y="0"/>
                    <a:pt x="77" y="0"/>
                  </a:cubicBezTo>
                  <a:lnTo>
                    <a:pt x="967" y="0"/>
                  </a:lnTo>
                  <a:cubicBezTo>
                    <a:pt x="1009" y="0"/>
                    <a:pt x="1044" y="35"/>
                    <a:pt x="1044" y="78"/>
                  </a:cubicBezTo>
                  <a:lnTo>
                    <a:pt x="1044" y="684"/>
                  </a:lnTo>
                  <a:lnTo>
                    <a:pt x="0" y="684"/>
                  </a:ln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6" name="Google Shape;1226;p41"/>
            <p:cNvSpPr/>
            <p:nvPr/>
          </p:nvSpPr>
          <p:spPr>
            <a:xfrm>
              <a:off x="7858440" y="4222080"/>
              <a:ext cx="320400" cy="208800"/>
            </a:xfrm>
            <a:custGeom>
              <a:rect b="b" l="l" r="r" t="t"/>
              <a:pathLst>
                <a:path extrusionOk="0" h="580" w="890">
                  <a:moveTo>
                    <a:pt x="890" y="566"/>
                  </a:moveTo>
                  <a:lnTo>
                    <a:pt x="890" y="14"/>
                  </a:lnTo>
                  <a:cubicBezTo>
                    <a:pt x="890" y="6"/>
                    <a:pt x="883" y="0"/>
                    <a:pt x="876" y="0"/>
                  </a:cubicBezTo>
                  <a:lnTo>
                    <a:pt x="14" y="0"/>
                  </a:lnTo>
                  <a:cubicBezTo>
                    <a:pt x="6" y="0"/>
                    <a:pt x="0" y="6"/>
                    <a:pt x="0" y="14"/>
                  </a:cubicBezTo>
                  <a:lnTo>
                    <a:pt x="0" y="566"/>
                  </a:lnTo>
                  <a:cubicBezTo>
                    <a:pt x="0" y="574"/>
                    <a:pt x="6" y="580"/>
                    <a:pt x="14" y="580"/>
                  </a:cubicBezTo>
                  <a:lnTo>
                    <a:pt x="876" y="580"/>
                  </a:lnTo>
                  <a:cubicBezTo>
                    <a:pt x="883" y="580"/>
                    <a:pt x="890" y="574"/>
                    <a:pt x="890" y="566"/>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7" name="Google Shape;1227;p41"/>
            <p:cNvSpPr/>
            <p:nvPr/>
          </p:nvSpPr>
          <p:spPr>
            <a:xfrm>
              <a:off x="7900200" y="4312440"/>
              <a:ext cx="27720" cy="28080"/>
            </a:xfrm>
            <a:custGeom>
              <a:rect b="b" l="l" r="r" t="t"/>
              <a:pathLst>
                <a:path extrusionOk="0" h="78" w="77">
                  <a:moveTo>
                    <a:pt x="77" y="39"/>
                  </a:moveTo>
                  <a:cubicBezTo>
                    <a:pt x="77" y="60"/>
                    <a:pt x="60" y="78"/>
                    <a:pt x="39" y="78"/>
                  </a:cubicBezTo>
                  <a:cubicBezTo>
                    <a:pt x="17" y="78"/>
                    <a:pt x="0" y="60"/>
                    <a:pt x="0" y="39"/>
                  </a:cubicBezTo>
                  <a:cubicBezTo>
                    <a:pt x="0" y="18"/>
                    <a:pt x="17" y="0"/>
                    <a:pt x="39" y="0"/>
                  </a:cubicBezTo>
                  <a:cubicBezTo>
                    <a:pt x="60" y="0"/>
                    <a:pt x="77" y="18"/>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8" name="Google Shape;1228;p41"/>
            <p:cNvSpPr/>
            <p:nvPr/>
          </p:nvSpPr>
          <p:spPr>
            <a:xfrm>
              <a:off x="7969680" y="4354200"/>
              <a:ext cx="28080" cy="28080"/>
            </a:xfrm>
            <a:custGeom>
              <a:rect b="b" l="l" r="r" t="t"/>
              <a:pathLst>
                <a:path extrusionOk="0" h="78" w="78">
                  <a:moveTo>
                    <a:pt x="78" y="39"/>
                  </a:moveTo>
                  <a:cubicBezTo>
                    <a:pt x="78" y="60"/>
                    <a:pt x="60" y="78"/>
                    <a:pt x="39" y="78"/>
                  </a:cubicBezTo>
                  <a:cubicBezTo>
                    <a:pt x="18" y="78"/>
                    <a:pt x="0" y="60"/>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9" name="Google Shape;1229;p41"/>
            <p:cNvSpPr/>
            <p:nvPr/>
          </p:nvSpPr>
          <p:spPr>
            <a:xfrm>
              <a:off x="8039520" y="4284720"/>
              <a:ext cx="27720" cy="27720"/>
            </a:xfrm>
            <a:custGeom>
              <a:rect b="b" l="l" r="r" t="t"/>
              <a:pathLst>
                <a:path extrusionOk="0" h="77" w="77">
                  <a:moveTo>
                    <a:pt x="77" y="39"/>
                  </a:moveTo>
                  <a:cubicBezTo>
                    <a:pt x="77" y="60"/>
                    <a:pt x="60" y="77"/>
                    <a:pt x="38" y="77"/>
                  </a:cubicBezTo>
                  <a:cubicBezTo>
                    <a:pt x="17" y="77"/>
                    <a:pt x="0" y="60"/>
                    <a:pt x="0" y="39"/>
                  </a:cubicBezTo>
                  <a:cubicBezTo>
                    <a:pt x="0" y="17"/>
                    <a:pt x="17" y="0"/>
                    <a:pt x="38" y="0"/>
                  </a:cubicBezTo>
                  <a:cubicBezTo>
                    <a:pt x="60" y="0"/>
                    <a:pt x="77" y="17"/>
                    <a:pt x="77"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0" name="Google Shape;1230;p41"/>
            <p:cNvSpPr/>
            <p:nvPr/>
          </p:nvSpPr>
          <p:spPr>
            <a:xfrm>
              <a:off x="8109000" y="4256640"/>
              <a:ext cx="28080" cy="28080"/>
            </a:xfrm>
            <a:custGeom>
              <a:rect b="b" l="l" r="r" t="t"/>
              <a:pathLst>
                <a:path extrusionOk="0" h="78" w="78">
                  <a:moveTo>
                    <a:pt x="78" y="39"/>
                  </a:moveTo>
                  <a:cubicBezTo>
                    <a:pt x="78" y="61"/>
                    <a:pt x="60" y="78"/>
                    <a:pt x="39" y="78"/>
                  </a:cubicBezTo>
                  <a:cubicBezTo>
                    <a:pt x="18" y="78"/>
                    <a:pt x="0" y="61"/>
                    <a:pt x="0" y="39"/>
                  </a:cubicBezTo>
                  <a:cubicBezTo>
                    <a:pt x="0" y="18"/>
                    <a:pt x="18" y="0"/>
                    <a:pt x="39" y="0"/>
                  </a:cubicBezTo>
                  <a:cubicBezTo>
                    <a:pt x="60" y="0"/>
                    <a:pt x="78" y="18"/>
                    <a:pt x="78" y="3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1" name="Google Shape;1231;p41"/>
            <p:cNvSpPr/>
            <p:nvPr/>
          </p:nvSpPr>
          <p:spPr>
            <a:xfrm>
              <a:off x="7809480" y="4430880"/>
              <a:ext cx="417960" cy="55800"/>
            </a:xfrm>
            <a:custGeom>
              <a:rect b="b" l="l" r="r" t="t"/>
              <a:pathLst>
                <a:path extrusionOk="0" h="155" w="1161">
                  <a:moveTo>
                    <a:pt x="1161" y="14"/>
                  </a:moveTo>
                  <a:lnTo>
                    <a:pt x="1161" y="77"/>
                  </a:lnTo>
                  <a:cubicBezTo>
                    <a:pt x="1161" y="120"/>
                    <a:pt x="1126" y="155"/>
                    <a:pt x="1084" y="155"/>
                  </a:cubicBezTo>
                  <a:lnTo>
                    <a:pt x="78" y="155"/>
                  </a:lnTo>
                  <a:cubicBezTo>
                    <a:pt x="35" y="155"/>
                    <a:pt x="0" y="120"/>
                    <a:pt x="0" y="77"/>
                  </a:cubicBezTo>
                  <a:lnTo>
                    <a:pt x="0" y="14"/>
                  </a:lnTo>
                  <a:cubicBezTo>
                    <a:pt x="0" y="6"/>
                    <a:pt x="7" y="0"/>
                    <a:pt x="14" y="0"/>
                  </a:cubicBezTo>
                  <a:lnTo>
                    <a:pt x="1147" y="0"/>
                  </a:lnTo>
                  <a:cubicBezTo>
                    <a:pt x="1155" y="0"/>
                    <a:pt x="1161" y="6"/>
                    <a:pt x="1161" y="14"/>
                  </a:cubicBezTo>
                  <a:close/>
                </a:path>
              </a:pathLst>
            </a:custGeom>
            <a:solidFill>
              <a:srgbClr val="008F95"/>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2" name="Google Shape;1232;p41"/>
            <p:cNvSpPr/>
            <p:nvPr/>
          </p:nvSpPr>
          <p:spPr>
            <a:xfrm>
              <a:off x="7971480" y="4430880"/>
              <a:ext cx="94680" cy="27720"/>
            </a:xfrm>
            <a:custGeom>
              <a:rect b="b" l="l" r="r" t="t"/>
              <a:pathLst>
                <a:path extrusionOk="0" h="77" w="263">
                  <a:moveTo>
                    <a:pt x="0" y="17"/>
                  </a:moveTo>
                  <a:lnTo>
                    <a:pt x="12" y="67"/>
                  </a:lnTo>
                  <a:cubicBezTo>
                    <a:pt x="14" y="73"/>
                    <a:pt x="19" y="77"/>
                    <a:pt x="26" y="77"/>
                  </a:cubicBezTo>
                  <a:lnTo>
                    <a:pt x="236" y="77"/>
                  </a:lnTo>
                  <a:cubicBezTo>
                    <a:pt x="242" y="77"/>
                    <a:pt x="248" y="73"/>
                    <a:pt x="249" y="67"/>
                  </a:cubicBezTo>
                  <a:lnTo>
                    <a:pt x="262" y="17"/>
                  </a:lnTo>
                  <a:cubicBezTo>
                    <a:pt x="264" y="9"/>
                    <a:pt x="257" y="0"/>
                    <a:pt x="248" y="0"/>
                  </a:cubicBezTo>
                  <a:lnTo>
                    <a:pt x="13" y="0"/>
                  </a:lnTo>
                  <a:cubicBezTo>
                    <a:pt x="4" y="0"/>
                    <a:pt x="-3" y="9"/>
                    <a:pt x="0" y="1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3" name="Google Shape;1233;p41"/>
            <p:cNvSpPr/>
            <p:nvPr/>
          </p:nvSpPr>
          <p:spPr>
            <a:xfrm>
              <a:off x="7803360" y="4187880"/>
              <a:ext cx="430560" cy="304920"/>
            </a:xfrm>
            <a:custGeom>
              <a:rect b="b" l="l" r="r" t="t"/>
              <a:pathLst>
                <a:path extrusionOk="0" h="847" w="1196">
                  <a:moveTo>
                    <a:pt x="700" y="735"/>
                  </a:moveTo>
                  <a:lnTo>
                    <a:pt x="495" y="735"/>
                  </a:lnTo>
                  <a:lnTo>
                    <a:pt x="485" y="693"/>
                  </a:lnTo>
                  <a:lnTo>
                    <a:pt x="711" y="693"/>
                  </a:lnTo>
                  <a:lnTo>
                    <a:pt x="700" y="735"/>
                  </a:lnTo>
                  <a:moveTo>
                    <a:pt x="170" y="112"/>
                  </a:moveTo>
                  <a:lnTo>
                    <a:pt x="1025" y="112"/>
                  </a:lnTo>
                  <a:lnTo>
                    <a:pt x="1025" y="658"/>
                  </a:lnTo>
                  <a:lnTo>
                    <a:pt x="170" y="658"/>
                  </a:lnTo>
                  <a:lnTo>
                    <a:pt x="170" y="112"/>
                  </a:lnTo>
                  <a:moveTo>
                    <a:pt x="93" y="95"/>
                  </a:moveTo>
                  <a:cubicBezTo>
                    <a:pt x="93" y="62"/>
                    <a:pt x="120" y="35"/>
                    <a:pt x="153" y="35"/>
                  </a:cubicBezTo>
                  <a:lnTo>
                    <a:pt x="1043" y="35"/>
                  </a:lnTo>
                  <a:cubicBezTo>
                    <a:pt x="1076" y="35"/>
                    <a:pt x="1103" y="62"/>
                    <a:pt x="1103" y="95"/>
                  </a:cubicBezTo>
                  <a:lnTo>
                    <a:pt x="1103" y="658"/>
                  </a:lnTo>
                  <a:lnTo>
                    <a:pt x="1060" y="658"/>
                  </a:lnTo>
                  <a:lnTo>
                    <a:pt x="1060" y="95"/>
                  </a:lnTo>
                  <a:cubicBezTo>
                    <a:pt x="1060" y="85"/>
                    <a:pt x="1052" y="77"/>
                    <a:pt x="1043" y="77"/>
                  </a:cubicBezTo>
                  <a:lnTo>
                    <a:pt x="153" y="77"/>
                  </a:lnTo>
                  <a:cubicBezTo>
                    <a:pt x="143" y="77"/>
                    <a:pt x="135" y="85"/>
                    <a:pt x="135" y="95"/>
                  </a:cubicBezTo>
                  <a:lnTo>
                    <a:pt x="135" y="658"/>
                  </a:lnTo>
                  <a:lnTo>
                    <a:pt x="93" y="658"/>
                  </a:lnTo>
                  <a:lnTo>
                    <a:pt x="93" y="95"/>
                  </a:lnTo>
                  <a:moveTo>
                    <a:pt x="1178" y="658"/>
                  </a:moveTo>
                  <a:lnTo>
                    <a:pt x="1138" y="658"/>
                  </a:lnTo>
                  <a:lnTo>
                    <a:pt x="1138" y="95"/>
                  </a:lnTo>
                  <a:cubicBezTo>
                    <a:pt x="1138" y="42"/>
                    <a:pt x="1095" y="0"/>
                    <a:pt x="1043" y="0"/>
                  </a:cubicBezTo>
                  <a:lnTo>
                    <a:pt x="153" y="0"/>
                  </a:lnTo>
                  <a:cubicBezTo>
                    <a:pt x="101" y="0"/>
                    <a:pt x="58" y="42"/>
                    <a:pt x="58" y="95"/>
                  </a:cubicBezTo>
                  <a:lnTo>
                    <a:pt x="58" y="658"/>
                  </a:lnTo>
                  <a:lnTo>
                    <a:pt x="17" y="658"/>
                  </a:lnTo>
                  <a:cubicBezTo>
                    <a:pt x="8" y="658"/>
                    <a:pt x="0" y="665"/>
                    <a:pt x="0" y="675"/>
                  </a:cubicBezTo>
                  <a:lnTo>
                    <a:pt x="0" y="752"/>
                  </a:lnTo>
                  <a:cubicBezTo>
                    <a:pt x="0" y="805"/>
                    <a:pt x="43" y="847"/>
                    <a:pt x="95" y="847"/>
                  </a:cubicBezTo>
                  <a:lnTo>
                    <a:pt x="157" y="847"/>
                  </a:lnTo>
                  <a:cubicBezTo>
                    <a:pt x="166" y="847"/>
                    <a:pt x="174" y="840"/>
                    <a:pt x="174" y="830"/>
                  </a:cubicBezTo>
                  <a:cubicBezTo>
                    <a:pt x="174" y="820"/>
                    <a:pt x="166" y="812"/>
                    <a:pt x="157" y="812"/>
                  </a:cubicBezTo>
                  <a:lnTo>
                    <a:pt x="95" y="812"/>
                  </a:lnTo>
                  <a:cubicBezTo>
                    <a:pt x="62" y="812"/>
                    <a:pt x="35" y="785"/>
                    <a:pt x="35" y="752"/>
                  </a:cubicBezTo>
                  <a:lnTo>
                    <a:pt x="35" y="693"/>
                  </a:lnTo>
                  <a:lnTo>
                    <a:pt x="75" y="693"/>
                  </a:lnTo>
                  <a:lnTo>
                    <a:pt x="76" y="693"/>
                  </a:lnTo>
                  <a:lnTo>
                    <a:pt x="76" y="693"/>
                  </a:lnTo>
                  <a:lnTo>
                    <a:pt x="153" y="693"/>
                  </a:lnTo>
                  <a:lnTo>
                    <a:pt x="153" y="693"/>
                  </a:lnTo>
                  <a:lnTo>
                    <a:pt x="153" y="693"/>
                  </a:lnTo>
                  <a:lnTo>
                    <a:pt x="449" y="693"/>
                  </a:lnTo>
                  <a:lnTo>
                    <a:pt x="465" y="757"/>
                  </a:lnTo>
                  <a:cubicBezTo>
                    <a:pt x="467" y="765"/>
                    <a:pt x="474" y="770"/>
                    <a:pt x="482" y="770"/>
                  </a:cubicBezTo>
                  <a:lnTo>
                    <a:pt x="714" y="770"/>
                  </a:lnTo>
                  <a:cubicBezTo>
                    <a:pt x="722" y="770"/>
                    <a:pt x="729" y="765"/>
                    <a:pt x="731" y="757"/>
                  </a:cubicBezTo>
                  <a:lnTo>
                    <a:pt x="747" y="693"/>
                  </a:lnTo>
                  <a:lnTo>
                    <a:pt x="1043" y="693"/>
                  </a:lnTo>
                  <a:lnTo>
                    <a:pt x="1043" y="693"/>
                  </a:lnTo>
                  <a:lnTo>
                    <a:pt x="1043" y="693"/>
                  </a:lnTo>
                  <a:lnTo>
                    <a:pt x="1120" y="693"/>
                  </a:lnTo>
                  <a:lnTo>
                    <a:pt x="1120" y="693"/>
                  </a:lnTo>
                  <a:lnTo>
                    <a:pt x="1120" y="693"/>
                  </a:lnTo>
                  <a:lnTo>
                    <a:pt x="1161" y="693"/>
                  </a:lnTo>
                  <a:lnTo>
                    <a:pt x="1161" y="752"/>
                  </a:lnTo>
                  <a:cubicBezTo>
                    <a:pt x="1161" y="785"/>
                    <a:pt x="1134" y="812"/>
                    <a:pt x="1101" y="812"/>
                  </a:cubicBezTo>
                  <a:lnTo>
                    <a:pt x="227" y="812"/>
                  </a:lnTo>
                  <a:cubicBezTo>
                    <a:pt x="217" y="812"/>
                    <a:pt x="209" y="820"/>
                    <a:pt x="209" y="830"/>
                  </a:cubicBezTo>
                  <a:cubicBezTo>
                    <a:pt x="209" y="840"/>
                    <a:pt x="217" y="847"/>
                    <a:pt x="227" y="847"/>
                  </a:cubicBezTo>
                  <a:lnTo>
                    <a:pt x="1101" y="847"/>
                  </a:lnTo>
                  <a:cubicBezTo>
                    <a:pt x="1153" y="847"/>
                    <a:pt x="1196" y="805"/>
                    <a:pt x="1196" y="752"/>
                  </a:cubicBezTo>
                  <a:lnTo>
                    <a:pt x="1196" y="675"/>
                  </a:lnTo>
                  <a:cubicBezTo>
                    <a:pt x="1196" y="665"/>
                    <a:pt x="1188" y="658"/>
                    <a:pt x="1178" y="65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34" name="Google Shape;1234;p41"/>
            <p:cNvSpPr/>
            <p:nvPr/>
          </p:nvSpPr>
          <p:spPr>
            <a:xfrm>
              <a:off x="7893720" y="4250520"/>
              <a:ext cx="249480" cy="137880"/>
            </a:xfrm>
            <a:custGeom>
              <a:rect b="b" l="l" r="r" t="t"/>
              <a:pathLst>
                <a:path extrusionOk="0" h="383" w="693">
                  <a:moveTo>
                    <a:pt x="637" y="35"/>
                  </a:moveTo>
                  <a:cubicBezTo>
                    <a:pt x="649" y="35"/>
                    <a:pt x="658" y="45"/>
                    <a:pt x="658" y="56"/>
                  </a:cubicBezTo>
                  <a:cubicBezTo>
                    <a:pt x="658" y="68"/>
                    <a:pt x="649" y="77"/>
                    <a:pt x="637" y="77"/>
                  </a:cubicBezTo>
                  <a:cubicBezTo>
                    <a:pt x="625" y="77"/>
                    <a:pt x="616" y="68"/>
                    <a:pt x="616" y="56"/>
                  </a:cubicBezTo>
                  <a:cubicBezTo>
                    <a:pt x="616" y="45"/>
                    <a:pt x="625" y="35"/>
                    <a:pt x="637" y="35"/>
                  </a:cubicBezTo>
                  <a:moveTo>
                    <a:pt x="443" y="155"/>
                  </a:moveTo>
                  <a:cubicBezTo>
                    <a:pt x="432" y="155"/>
                    <a:pt x="422" y="145"/>
                    <a:pt x="422" y="134"/>
                  </a:cubicBezTo>
                  <a:cubicBezTo>
                    <a:pt x="422" y="122"/>
                    <a:pt x="432" y="112"/>
                    <a:pt x="443" y="112"/>
                  </a:cubicBezTo>
                  <a:cubicBezTo>
                    <a:pt x="455" y="112"/>
                    <a:pt x="465" y="122"/>
                    <a:pt x="465" y="134"/>
                  </a:cubicBezTo>
                  <a:cubicBezTo>
                    <a:pt x="465" y="145"/>
                    <a:pt x="455" y="155"/>
                    <a:pt x="443" y="155"/>
                  </a:cubicBezTo>
                  <a:moveTo>
                    <a:pt x="250" y="348"/>
                  </a:moveTo>
                  <a:cubicBezTo>
                    <a:pt x="238" y="348"/>
                    <a:pt x="229" y="339"/>
                    <a:pt x="229" y="327"/>
                  </a:cubicBezTo>
                  <a:cubicBezTo>
                    <a:pt x="229" y="315"/>
                    <a:pt x="238" y="306"/>
                    <a:pt x="250" y="306"/>
                  </a:cubicBezTo>
                  <a:cubicBezTo>
                    <a:pt x="262" y="306"/>
                    <a:pt x="271" y="315"/>
                    <a:pt x="271" y="327"/>
                  </a:cubicBezTo>
                  <a:cubicBezTo>
                    <a:pt x="271" y="339"/>
                    <a:pt x="262" y="348"/>
                    <a:pt x="250" y="348"/>
                  </a:cubicBezTo>
                  <a:moveTo>
                    <a:pt x="57" y="232"/>
                  </a:moveTo>
                  <a:cubicBezTo>
                    <a:pt x="45" y="232"/>
                    <a:pt x="35" y="223"/>
                    <a:pt x="35" y="211"/>
                  </a:cubicBezTo>
                  <a:cubicBezTo>
                    <a:pt x="35" y="199"/>
                    <a:pt x="45" y="190"/>
                    <a:pt x="57" y="190"/>
                  </a:cubicBezTo>
                  <a:cubicBezTo>
                    <a:pt x="68" y="190"/>
                    <a:pt x="78" y="199"/>
                    <a:pt x="78" y="211"/>
                  </a:cubicBezTo>
                  <a:cubicBezTo>
                    <a:pt x="78" y="223"/>
                    <a:pt x="68" y="232"/>
                    <a:pt x="57" y="232"/>
                  </a:cubicBezTo>
                  <a:moveTo>
                    <a:pt x="637" y="112"/>
                  </a:moveTo>
                  <a:cubicBezTo>
                    <a:pt x="668" y="112"/>
                    <a:pt x="693" y="87"/>
                    <a:pt x="693" y="56"/>
                  </a:cubicBezTo>
                  <a:cubicBezTo>
                    <a:pt x="693" y="25"/>
                    <a:pt x="668" y="0"/>
                    <a:pt x="637" y="0"/>
                  </a:cubicBezTo>
                  <a:cubicBezTo>
                    <a:pt x="606" y="0"/>
                    <a:pt x="581" y="25"/>
                    <a:pt x="581" y="56"/>
                  </a:cubicBezTo>
                  <a:cubicBezTo>
                    <a:pt x="581" y="57"/>
                    <a:pt x="581" y="57"/>
                    <a:pt x="581" y="58"/>
                  </a:cubicBezTo>
                  <a:lnTo>
                    <a:pt x="488" y="99"/>
                  </a:lnTo>
                  <a:cubicBezTo>
                    <a:pt x="477" y="86"/>
                    <a:pt x="461" y="77"/>
                    <a:pt x="443" y="77"/>
                  </a:cubicBezTo>
                  <a:cubicBezTo>
                    <a:pt x="412" y="77"/>
                    <a:pt x="387" y="103"/>
                    <a:pt x="387" y="134"/>
                  </a:cubicBezTo>
                  <a:cubicBezTo>
                    <a:pt x="387" y="142"/>
                    <a:pt x="389" y="149"/>
                    <a:pt x="392" y="156"/>
                  </a:cubicBezTo>
                  <a:lnTo>
                    <a:pt x="278" y="278"/>
                  </a:lnTo>
                  <a:cubicBezTo>
                    <a:pt x="270" y="274"/>
                    <a:pt x="260" y="271"/>
                    <a:pt x="250" y="271"/>
                  </a:cubicBezTo>
                  <a:cubicBezTo>
                    <a:pt x="235" y="271"/>
                    <a:pt x="222" y="277"/>
                    <a:pt x="212" y="286"/>
                  </a:cubicBezTo>
                  <a:lnTo>
                    <a:pt x="112" y="221"/>
                  </a:lnTo>
                  <a:cubicBezTo>
                    <a:pt x="113" y="218"/>
                    <a:pt x="113" y="214"/>
                    <a:pt x="113" y="211"/>
                  </a:cubicBezTo>
                  <a:cubicBezTo>
                    <a:pt x="113" y="180"/>
                    <a:pt x="88" y="155"/>
                    <a:pt x="57" y="155"/>
                  </a:cubicBezTo>
                  <a:cubicBezTo>
                    <a:pt x="26" y="155"/>
                    <a:pt x="0" y="180"/>
                    <a:pt x="0" y="211"/>
                  </a:cubicBezTo>
                  <a:cubicBezTo>
                    <a:pt x="0" y="242"/>
                    <a:pt x="26" y="267"/>
                    <a:pt x="57" y="267"/>
                  </a:cubicBezTo>
                  <a:cubicBezTo>
                    <a:pt x="72" y="267"/>
                    <a:pt x="85" y="261"/>
                    <a:pt x="95" y="252"/>
                  </a:cubicBezTo>
                  <a:lnTo>
                    <a:pt x="195" y="317"/>
                  </a:lnTo>
                  <a:cubicBezTo>
                    <a:pt x="194" y="320"/>
                    <a:pt x="194" y="324"/>
                    <a:pt x="194" y="327"/>
                  </a:cubicBezTo>
                  <a:cubicBezTo>
                    <a:pt x="194" y="358"/>
                    <a:pt x="219" y="383"/>
                    <a:pt x="250" y="383"/>
                  </a:cubicBezTo>
                  <a:cubicBezTo>
                    <a:pt x="281" y="383"/>
                    <a:pt x="306" y="358"/>
                    <a:pt x="306" y="327"/>
                  </a:cubicBezTo>
                  <a:cubicBezTo>
                    <a:pt x="306" y="319"/>
                    <a:pt x="305" y="311"/>
                    <a:pt x="302" y="305"/>
                  </a:cubicBezTo>
                  <a:lnTo>
                    <a:pt x="415" y="182"/>
                  </a:lnTo>
                  <a:cubicBezTo>
                    <a:pt x="424" y="187"/>
                    <a:pt x="433" y="190"/>
                    <a:pt x="443" y="190"/>
                  </a:cubicBezTo>
                  <a:cubicBezTo>
                    <a:pt x="474" y="190"/>
                    <a:pt x="500" y="165"/>
                    <a:pt x="500" y="134"/>
                  </a:cubicBezTo>
                  <a:cubicBezTo>
                    <a:pt x="500" y="133"/>
                    <a:pt x="500" y="132"/>
                    <a:pt x="500" y="132"/>
                  </a:cubicBezTo>
                  <a:lnTo>
                    <a:pt x="593" y="91"/>
                  </a:lnTo>
                  <a:cubicBezTo>
                    <a:pt x="603" y="104"/>
                    <a:pt x="619" y="112"/>
                    <a:pt x="637" y="11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35" name="Google Shape;1235;p41"/>
            <p:cNvSpPr/>
            <p:nvPr/>
          </p:nvSpPr>
          <p:spPr>
            <a:xfrm>
              <a:off x="8109360" y="4361400"/>
              <a:ext cx="40680" cy="41040"/>
            </a:xfrm>
            <a:custGeom>
              <a:rect b="b" l="l" r="r" t="t"/>
              <a:pathLst>
                <a:path extrusionOk="0" h="114" w="113">
                  <a:moveTo>
                    <a:pt x="78" y="79"/>
                  </a:moveTo>
                  <a:lnTo>
                    <a:pt x="35" y="79"/>
                  </a:lnTo>
                  <a:lnTo>
                    <a:pt x="35" y="35"/>
                  </a:lnTo>
                  <a:lnTo>
                    <a:pt x="78" y="35"/>
                  </a:lnTo>
                  <a:lnTo>
                    <a:pt x="78" y="79"/>
                  </a:lnTo>
                  <a:moveTo>
                    <a:pt x="96" y="0"/>
                  </a:moveTo>
                  <a:lnTo>
                    <a:pt x="17" y="0"/>
                  </a:lnTo>
                  <a:cubicBezTo>
                    <a:pt x="8" y="0"/>
                    <a:pt x="0" y="8"/>
                    <a:pt x="0" y="18"/>
                  </a:cubicBezTo>
                  <a:lnTo>
                    <a:pt x="0" y="96"/>
                  </a:lnTo>
                  <a:cubicBezTo>
                    <a:pt x="0" y="106"/>
                    <a:pt x="8" y="114"/>
                    <a:pt x="17" y="114"/>
                  </a:cubicBezTo>
                  <a:lnTo>
                    <a:pt x="96" y="114"/>
                  </a:lnTo>
                  <a:cubicBezTo>
                    <a:pt x="106" y="114"/>
                    <a:pt x="113" y="106"/>
                    <a:pt x="113" y="96"/>
                  </a:cubicBezTo>
                  <a:lnTo>
                    <a:pt x="113" y="18"/>
                  </a:lnTo>
                  <a:cubicBezTo>
                    <a:pt x="113" y="8"/>
                    <a:pt x="106" y="0"/>
                    <a:pt x="96"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36" name="Google Shape;1236;p41"/>
            <p:cNvSpPr/>
            <p:nvPr/>
          </p:nvSpPr>
          <p:spPr>
            <a:xfrm>
              <a:off x="8053920" y="4389840"/>
              <a:ext cx="40680" cy="12600"/>
            </a:xfrm>
            <a:custGeom>
              <a:rect b="b" l="l" r="r" t="t"/>
              <a:pathLst>
                <a:path extrusionOk="0" h="35" w="113">
                  <a:moveTo>
                    <a:pt x="95" y="0"/>
                  </a:moveTo>
                  <a:lnTo>
                    <a:pt x="18" y="0"/>
                  </a:lnTo>
                  <a:cubicBezTo>
                    <a:pt x="8" y="0"/>
                    <a:pt x="0" y="8"/>
                    <a:pt x="0" y="17"/>
                  </a:cubicBezTo>
                  <a:cubicBezTo>
                    <a:pt x="0" y="27"/>
                    <a:pt x="8" y="35"/>
                    <a:pt x="18" y="35"/>
                  </a:cubicBezTo>
                  <a:lnTo>
                    <a:pt x="95" y="35"/>
                  </a:lnTo>
                  <a:cubicBezTo>
                    <a:pt x="105" y="35"/>
                    <a:pt x="113" y="27"/>
                    <a:pt x="113" y="17"/>
                  </a:cubicBezTo>
                  <a:cubicBezTo>
                    <a:pt x="113" y="8"/>
                    <a:pt x="105" y="0"/>
                    <a:pt x="9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237" name="Google Shape;1237;p41"/>
          <p:cNvSpPr txBox="1"/>
          <p:nvPr>
            <p:ph idx="1" type="subTitle"/>
          </p:nvPr>
        </p:nvSpPr>
        <p:spPr>
          <a:xfrm>
            <a:off x="1640225" y="3143425"/>
            <a:ext cx="5258700" cy="6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rPr>
              <a:t>The model provides some predictive value, is statistically valid, and gives directional insights. Could include more contributing variables. However, it is not highly accurate for precise prediction. </a:t>
            </a:r>
            <a:endParaRPr b="1" sz="1100">
              <a:solidFill>
                <a:srgbClr val="000000"/>
              </a:solidFill>
            </a:endParaRPr>
          </a:p>
          <a:p>
            <a:pPr indent="0" lvl="0" marL="0" rtl="0" algn="l">
              <a:spcBef>
                <a:spcPts val="0"/>
              </a:spcBef>
              <a:spcAft>
                <a:spcPts val="0"/>
              </a:spcAft>
              <a:buNone/>
            </a:pPr>
            <a:r>
              <a:t/>
            </a:r>
            <a:endParaRPr b="1" sz="1100">
              <a:solidFill>
                <a:srgbClr val="000000"/>
              </a:solidFill>
            </a:endParaRPr>
          </a:p>
        </p:txBody>
      </p:sp>
      <p:sp>
        <p:nvSpPr>
          <p:cNvPr id="1238" name="Google Shape;1238;p41"/>
          <p:cNvSpPr/>
          <p:nvPr/>
        </p:nvSpPr>
        <p:spPr>
          <a:xfrm>
            <a:off x="870825" y="1590375"/>
            <a:ext cx="7953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01</a:t>
            </a:r>
            <a:endParaRPr>
              <a:latin typeface="Lato"/>
              <a:ea typeface="Lato"/>
              <a:cs typeface="Lato"/>
              <a:sym typeface="Lato"/>
            </a:endParaRPr>
          </a:p>
        </p:txBody>
      </p:sp>
      <p:sp>
        <p:nvSpPr>
          <p:cNvPr id="1239" name="Google Shape;1239;p41"/>
          <p:cNvSpPr/>
          <p:nvPr/>
        </p:nvSpPr>
        <p:spPr>
          <a:xfrm>
            <a:off x="870825" y="2366900"/>
            <a:ext cx="7953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02</a:t>
            </a:r>
            <a:endParaRPr>
              <a:latin typeface="Lato"/>
              <a:ea typeface="Lato"/>
              <a:cs typeface="Lato"/>
              <a:sym typeface="Lato"/>
            </a:endParaRPr>
          </a:p>
        </p:txBody>
      </p:sp>
      <p:sp>
        <p:nvSpPr>
          <p:cNvPr id="1240" name="Google Shape;1240;p41"/>
          <p:cNvSpPr/>
          <p:nvPr/>
        </p:nvSpPr>
        <p:spPr>
          <a:xfrm>
            <a:off x="844925" y="3269950"/>
            <a:ext cx="795300" cy="525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Days One"/>
                <a:ea typeface="Days One"/>
                <a:cs typeface="Days One"/>
                <a:sym typeface="Days One"/>
              </a:rPr>
              <a:t>03</a:t>
            </a:r>
            <a:endParaRPr>
              <a:latin typeface="Lato"/>
              <a:ea typeface="Lato"/>
              <a:cs typeface="Lato"/>
              <a:sym typeface="Lato"/>
            </a:endParaRPr>
          </a:p>
        </p:txBody>
      </p:sp>
      <p:sp>
        <p:nvSpPr>
          <p:cNvPr id="1241" name="Google Shape;1241;p41"/>
          <p:cNvSpPr txBox="1"/>
          <p:nvPr/>
        </p:nvSpPr>
        <p:spPr>
          <a:xfrm>
            <a:off x="3340200" y="4234700"/>
            <a:ext cx="329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Lato"/>
                <a:ea typeface="Lato"/>
                <a:cs typeface="Lato"/>
                <a:sym typeface="Lato"/>
              </a:rPr>
              <a:t>Validation:  Prediction Summary</a:t>
            </a:r>
            <a:endParaRPr b="1" sz="1200">
              <a:solidFill>
                <a:schemeClr val="dk1"/>
              </a:solidFill>
              <a:latin typeface="Lato"/>
              <a:ea typeface="Lato"/>
              <a:cs typeface="Lato"/>
              <a:sym typeface="Lato"/>
            </a:endParaRPr>
          </a:p>
        </p:txBody>
      </p:sp>
      <p:sp>
        <p:nvSpPr>
          <p:cNvPr id="1242" name="Google Shape;1242;p41"/>
          <p:cNvSpPr/>
          <p:nvPr/>
        </p:nvSpPr>
        <p:spPr>
          <a:xfrm>
            <a:off x="5812225" y="4275650"/>
            <a:ext cx="917400" cy="28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243" name="Google Shape;1243;p41" title="Screenshot 2025-04-30 at 3.39.48 PM.png"/>
          <p:cNvPicPr preferRelativeResize="0"/>
          <p:nvPr/>
        </p:nvPicPr>
        <p:blipFill rotWithShape="1">
          <a:blip r:embed="rId3">
            <a:alphaModFix/>
          </a:blip>
          <a:srcRect b="15654" l="21248" r="39357" t="15866"/>
          <a:stretch/>
        </p:blipFill>
        <p:spPr>
          <a:xfrm>
            <a:off x="7188325" y="1484141"/>
            <a:ext cx="1242450" cy="1914472"/>
          </a:xfrm>
          <a:prstGeom prst="rect">
            <a:avLst/>
          </a:prstGeom>
          <a:noFill/>
          <a:ln>
            <a:noFill/>
          </a:ln>
        </p:spPr>
      </p:pic>
      <p:pic>
        <p:nvPicPr>
          <p:cNvPr id="1244" name="Google Shape;1244;p41" title="Screenshot 2025-04-30 at 3.40.22 PM.png"/>
          <p:cNvPicPr preferRelativeResize="0"/>
          <p:nvPr/>
        </p:nvPicPr>
        <p:blipFill>
          <a:blip r:embed="rId4">
            <a:alphaModFix/>
          </a:blip>
          <a:stretch>
            <a:fillRect/>
          </a:stretch>
        </p:blipFill>
        <p:spPr>
          <a:xfrm>
            <a:off x="6948675" y="3480475"/>
            <a:ext cx="1482100" cy="1123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42"/>
          <p:cNvSpPr txBox="1"/>
          <p:nvPr>
            <p:ph type="title"/>
          </p:nvPr>
        </p:nvSpPr>
        <p:spPr>
          <a:xfrm>
            <a:off x="1320400" y="2101475"/>
            <a:ext cx="5074800" cy="14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Regression Trees</a:t>
            </a:r>
            <a:endParaRPr/>
          </a:p>
        </p:txBody>
      </p:sp>
      <p:sp>
        <p:nvSpPr>
          <p:cNvPr id="1250" name="Google Shape;1250;p42"/>
          <p:cNvSpPr txBox="1"/>
          <p:nvPr>
            <p:ph idx="2" type="title"/>
          </p:nvPr>
        </p:nvSpPr>
        <p:spPr>
          <a:xfrm>
            <a:off x="5820275" y="1154975"/>
            <a:ext cx="1905300" cy="109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grpSp>
        <p:nvGrpSpPr>
          <p:cNvPr id="1251" name="Google Shape;1251;p42"/>
          <p:cNvGrpSpPr/>
          <p:nvPr/>
        </p:nvGrpSpPr>
        <p:grpSpPr>
          <a:xfrm>
            <a:off x="896410" y="1154974"/>
            <a:ext cx="8191495" cy="3912334"/>
            <a:chOff x="896410" y="1154974"/>
            <a:chExt cx="8191495" cy="3912334"/>
          </a:xfrm>
        </p:grpSpPr>
        <p:sp>
          <p:nvSpPr>
            <p:cNvPr id="1252" name="Google Shape;1252;p42"/>
            <p:cNvSpPr/>
            <p:nvPr/>
          </p:nvSpPr>
          <p:spPr>
            <a:xfrm rot="5400000">
              <a:off x="4917523" y="1266997"/>
              <a:ext cx="523440" cy="866160"/>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253" name="Google Shape;1253;p42"/>
            <p:cNvGrpSpPr/>
            <p:nvPr/>
          </p:nvGrpSpPr>
          <p:grpSpPr>
            <a:xfrm>
              <a:off x="6869363" y="2991188"/>
              <a:ext cx="2218542" cy="2076120"/>
              <a:chOff x="8037720" y="3846600"/>
              <a:chExt cx="1923480" cy="1800000"/>
            </a:xfrm>
          </p:grpSpPr>
          <p:sp>
            <p:nvSpPr>
              <p:cNvPr id="1254" name="Google Shape;1254;p42"/>
              <p:cNvSpPr/>
              <p:nvPr/>
            </p:nvSpPr>
            <p:spPr>
              <a:xfrm>
                <a:off x="8037720" y="4034160"/>
                <a:ext cx="1923480" cy="1612440"/>
              </a:xfrm>
              <a:custGeom>
                <a:rect b="b" l="l" r="r" t="t"/>
                <a:pathLst>
                  <a:path extrusionOk="0" h="4479" w="5343">
                    <a:moveTo>
                      <a:pt x="5343" y="4479"/>
                    </a:moveTo>
                    <a:lnTo>
                      <a:pt x="0" y="4479"/>
                    </a:lnTo>
                    <a:lnTo>
                      <a:pt x="0" y="0"/>
                    </a:lnTo>
                    <a:lnTo>
                      <a:pt x="5343" y="0"/>
                    </a:lnTo>
                    <a:lnTo>
                      <a:pt x="5343" y="4479"/>
                    </a:lnTo>
                    <a:close/>
                  </a:path>
                </a:pathLst>
              </a:custGeom>
              <a:solidFill>
                <a:schemeClr val="accent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5" name="Google Shape;1255;p42"/>
              <p:cNvSpPr/>
              <p:nvPr/>
            </p:nvSpPr>
            <p:spPr>
              <a:xfrm>
                <a:off x="834408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56" name="Google Shape;1256;p42"/>
              <p:cNvSpPr/>
              <p:nvPr/>
            </p:nvSpPr>
            <p:spPr>
              <a:xfrm>
                <a:off x="817488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7" name="Google Shape;1257;p42"/>
              <p:cNvSpPr/>
              <p:nvPr/>
            </p:nvSpPr>
            <p:spPr>
              <a:xfrm>
                <a:off x="954972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58" name="Google Shape;1258;p42"/>
              <p:cNvSpPr/>
              <p:nvPr/>
            </p:nvSpPr>
            <p:spPr>
              <a:xfrm>
                <a:off x="938052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9" name="Google Shape;1259;p42"/>
              <p:cNvSpPr/>
              <p:nvPr/>
            </p:nvSpPr>
            <p:spPr>
              <a:xfrm>
                <a:off x="8037720" y="3846600"/>
                <a:ext cx="1923480" cy="187560"/>
              </a:xfrm>
              <a:custGeom>
                <a:rect b="b" l="l" r="r" t="t"/>
                <a:pathLst>
                  <a:path extrusionOk="0" h="521" w="5343">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0" name="Google Shape;1260;p42"/>
              <p:cNvSpPr/>
              <p:nvPr/>
            </p:nvSpPr>
            <p:spPr>
              <a:xfrm>
                <a:off x="8120520" y="3897360"/>
                <a:ext cx="86040" cy="86040"/>
              </a:xfrm>
              <a:custGeom>
                <a:rect b="b" l="l" r="r" t="t"/>
                <a:pathLst>
                  <a:path extrusionOk="0" h="239" w="239">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1" name="Google Shape;1261;p42"/>
              <p:cNvSpPr/>
              <p:nvPr/>
            </p:nvSpPr>
            <p:spPr>
              <a:xfrm>
                <a:off x="8253720" y="3897360"/>
                <a:ext cx="86040" cy="86040"/>
              </a:xfrm>
              <a:custGeom>
                <a:rect b="b" l="l" r="r" t="t"/>
                <a:pathLst>
                  <a:path extrusionOk="0" h="239" w="239">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2" name="Google Shape;1262;p42"/>
              <p:cNvSpPr/>
              <p:nvPr/>
            </p:nvSpPr>
            <p:spPr>
              <a:xfrm>
                <a:off x="8386920" y="3897360"/>
                <a:ext cx="86040" cy="86040"/>
              </a:xfrm>
              <a:custGeom>
                <a:rect b="b" l="l" r="r" t="t"/>
                <a:pathLst>
                  <a:path extrusionOk="0" h="239" w="239">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3" name="Google Shape;1263;p42"/>
              <p:cNvSpPr/>
              <p:nvPr/>
            </p:nvSpPr>
            <p:spPr>
              <a:xfrm>
                <a:off x="8379000" y="4149720"/>
                <a:ext cx="1240920" cy="1241280"/>
              </a:xfrm>
              <a:custGeom>
                <a:rect b="b" l="l" r="r" t="t"/>
                <a:pathLst>
                  <a:path extrusionOk="0" h="3448" w="3447">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4" name="Google Shape;1264;p42"/>
              <p:cNvSpPr/>
              <p:nvPr/>
            </p:nvSpPr>
            <p:spPr>
              <a:xfrm>
                <a:off x="8590320" y="4363200"/>
                <a:ext cx="795240" cy="795600"/>
              </a:xfrm>
              <a:custGeom>
                <a:rect b="b" l="l" r="r" t="t"/>
                <a:pathLst>
                  <a:path extrusionOk="0" h="2210" w="2209">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5" name="Google Shape;1265;p42"/>
              <p:cNvSpPr/>
              <p:nvPr/>
            </p:nvSpPr>
            <p:spPr>
              <a:xfrm>
                <a:off x="8526600" y="4341240"/>
                <a:ext cx="392040" cy="370080"/>
              </a:xfrm>
              <a:custGeom>
                <a:rect b="b" l="l" r="r" t="t"/>
                <a:pathLst>
                  <a:path extrusionOk="0" h="1028" w="1089">
                    <a:moveTo>
                      <a:pt x="0" y="845"/>
                    </a:moveTo>
                    <a:cubicBezTo>
                      <a:pt x="64" y="458"/>
                      <a:pt x="329" y="140"/>
                      <a:pt x="683" y="0"/>
                    </a:cubicBezTo>
                    <a:lnTo>
                      <a:pt x="1089" y="1028"/>
                    </a:lnTo>
                    <a:lnTo>
                      <a:pt x="0" y="845"/>
                    </a:ln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266" name="Google Shape;1266;p42"/>
            <p:cNvSpPr/>
            <p:nvPr/>
          </p:nvSpPr>
          <p:spPr>
            <a:xfrm>
              <a:off x="896410" y="1154974"/>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49"/>
                                        </p:tgtEl>
                                        <p:attrNameLst>
                                          <p:attrName>style.visibility</p:attrName>
                                        </p:attrNameLst>
                                      </p:cBhvr>
                                      <p:to>
                                        <p:strVal val="visible"/>
                                      </p:to>
                                    </p:set>
                                    <p:anim calcmode="lin" valueType="num">
                                      <p:cBhvr additive="base">
                                        <p:cTn dur="1000"/>
                                        <p:tgtEl>
                                          <p:spTgt spid="1249"/>
                                        </p:tgtEl>
                                        <p:attrNameLst>
                                          <p:attrName>ppt_w</p:attrName>
                                        </p:attrNameLst>
                                      </p:cBhvr>
                                      <p:tavLst>
                                        <p:tav fmla="" tm="0">
                                          <p:val>
                                            <p:strVal val="0"/>
                                          </p:val>
                                        </p:tav>
                                        <p:tav fmla="" tm="100000">
                                          <p:val>
                                            <p:strVal val="#ppt_w"/>
                                          </p:val>
                                        </p:tav>
                                      </p:tavLst>
                                    </p:anim>
                                    <p:anim calcmode="lin" valueType="num">
                                      <p:cBhvr additive="base">
                                        <p:cTn dur="1000"/>
                                        <p:tgtEl>
                                          <p:spTgt spid="12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43"/>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Best Pruned</a:t>
            </a:r>
            <a:r>
              <a:rPr lang="en"/>
              <a:t> Tree</a:t>
            </a:r>
            <a:endParaRPr/>
          </a:p>
        </p:txBody>
      </p:sp>
      <p:sp>
        <p:nvSpPr>
          <p:cNvPr id="1272" name="Google Shape;1272;p43"/>
          <p:cNvSpPr txBox="1"/>
          <p:nvPr/>
        </p:nvSpPr>
        <p:spPr>
          <a:xfrm>
            <a:off x="896400" y="2601775"/>
            <a:ext cx="2118900" cy="572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Days One"/>
                <a:ea typeface="Days One"/>
                <a:cs typeface="Days One"/>
                <a:sym typeface="Days One"/>
              </a:rPr>
              <a:t>Parameters</a:t>
            </a:r>
            <a:endParaRPr b="1" sz="1800">
              <a:solidFill>
                <a:schemeClr val="dk1"/>
              </a:solidFill>
              <a:latin typeface="Days One"/>
              <a:ea typeface="Days One"/>
              <a:cs typeface="Days One"/>
              <a:sym typeface="Days One"/>
            </a:endParaRPr>
          </a:p>
        </p:txBody>
      </p:sp>
      <p:sp>
        <p:nvSpPr>
          <p:cNvPr id="1273" name="Google Shape;1273;p43"/>
          <p:cNvSpPr txBox="1"/>
          <p:nvPr/>
        </p:nvSpPr>
        <p:spPr>
          <a:xfrm>
            <a:off x="3512900" y="2601775"/>
            <a:ext cx="2118900" cy="572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Days One"/>
                <a:ea typeface="Days One"/>
                <a:cs typeface="Days One"/>
                <a:sym typeface="Days One"/>
              </a:rPr>
              <a:t>Limits</a:t>
            </a:r>
            <a:endParaRPr b="1" sz="1800">
              <a:solidFill>
                <a:schemeClr val="dk1"/>
              </a:solidFill>
              <a:latin typeface="Days One"/>
              <a:ea typeface="Days One"/>
              <a:cs typeface="Days One"/>
              <a:sym typeface="Days One"/>
            </a:endParaRPr>
          </a:p>
        </p:txBody>
      </p:sp>
      <p:sp>
        <p:nvSpPr>
          <p:cNvPr id="1274" name="Google Shape;1274;p43"/>
          <p:cNvSpPr txBox="1"/>
          <p:nvPr/>
        </p:nvSpPr>
        <p:spPr>
          <a:xfrm>
            <a:off x="6129525" y="2601775"/>
            <a:ext cx="2118900" cy="572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Days One"/>
                <a:ea typeface="Days One"/>
                <a:cs typeface="Days One"/>
                <a:sym typeface="Days One"/>
              </a:rPr>
              <a:t>Variables</a:t>
            </a:r>
            <a:endParaRPr b="1" sz="1800">
              <a:solidFill>
                <a:schemeClr val="dk1"/>
              </a:solidFill>
              <a:latin typeface="Days One"/>
              <a:ea typeface="Days One"/>
              <a:cs typeface="Days One"/>
              <a:sym typeface="Days One"/>
            </a:endParaRPr>
          </a:p>
        </p:txBody>
      </p:sp>
      <p:grpSp>
        <p:nvGrpSpPr>
          <p:cNvPr id="1275" name="Google Shape;1275;p43"/>
          <p:cNvGrpSpPr/>
          <p:nvPr/>
        </p:nvGrpSpPr>
        <p:grpSpPr>
          <a:xfrm>
            <a:off x="4316076" y="1829843"/>
            <a:ext cx="519747" cy="548658"/>
            <a:chOff x="2738520" y="1138680"/>
            <a:chExt cx="356040" cy="380880"/>
          </a:xfrm>
        </p:grpSpPr>
        <p:sp>
          <p:nvSpPr>
            <p:cNvPr id="1276" name="Google Shape;1276;p43"/>
            <p:cNvSpPr/>
            <p:nvPr/>
          </p:nvSpPr>
          <p:spPr>
            <a:xfrm>
              <a:off x="2743920" y="1205640"/>
              <a:ext cx="160560" cy="246600"/>
            </a:xfrm>
            <a:custGeom>
              <a:rect b="b" l="l" r="r" t="t"/>
              <a:pathLst>
                <a:path extrusionOk="0" h="685" w="446">
                  <a:moveTo>
                    <a:pt x="446" y="177"/>
                  </a:moveTo>
                  <a:lnTo>
                    <a:pt x="446" y="673"/>
                  </a:lnTo>
                  <a:cubicBezTo>
                    <a:pt x="446" y="680"/>
                    <a:pt x="440" y="685"/>
                    <a:pt x="433" y="685"/>
                  </a:cubicBezTo>
                  <a:lnTo>
                    <a:pt x="13" y="685"/>
                  </a:lnTo>
                  <a:cubicBezTo>
                    <a:pt x="6" y="685"/>
                    <a:pt x="0" y="680"/>
                    <a:pt x="0" y="673"/>
                  </a:cubicBezTo>
                  <a:lnTo>
                    <a:pt x="0" y="13"/>
                  </a:lnTo>
                  <a:cubicBezTo>
                    <a:pt x="0" y="6"/>
                    <a:pt x="6" y="0"/>
                    <a:pt x="13" y="0"/>
                  </a:cubicBezTo>
                  <a:lnTo>
                    <a:pt x="269" y="0"/>
                  </a:lnTo>
                  <a:cubicBezTo>
                    <a:pt x="272" y="0"/>
                    <a:pt x="276" y="2"/>
                    <a:pt x="278" y="4"/>
                  </a:cubicBezTo>
                  <a:lnTo>
                    <a:pt x="442" y="168"/>
                  </a:lnTo>
                  <a:cubicBezTo>
                    <a:pt x="444" y="170"/>
                    <a:pt x="446" y="173"/>
                    <a:pt x="446" y="17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7" name="Google Shape;1277;p43"/>
            <p:cNvSpPr/>
            <p:nvPr/>
          </p:nvSpPr>
          <p:spPr>
            <a:xfrm>
              <a:off x="2768760" y="1292040"/>
              <a:ext cx="110880" cy="24840"/>
            </a:xfrm>
            <a:custGeom>
              <a:rect b="b" l="l" r="r" t="t"/>
              <a:pathLst>
                <a:path extrusionOk="0" h="69" w="308">
                  <a:moveTo>
                    <a:pt x="296" y="69"/>
                  </a:moveTo>
                  <a:lnTo>
                    <a:pt x="12" y="69"/>
                  </a:lnTo>
                  <a:cubicBezTo>
                    <a:pt x="5" y="69"/>
                    <a:pt x="0" y="63"/>
                    <a:pt x="0" y="56"/>
                  </a:cubicBezTo>
                  <a:lnTo>
                    <a:pt x="0" y="12"/>
                  </a:lnTo>
                  <a:cubicBezTo>
                    <a:pt x="0" y="6"/>
                    <a:pt x="5" y="0"/>
                    <a:pt x="12" y="0"/>
                  </a:cubicBezTo>
                  <a:lnTo>
                    <a:pt x="296" y="0"/>
                  </a:lnTo>
                  <a:cubicBezTo>
                    <a:pt x="303" y="0"/>
                    <a:pt x="308" y="6"/>
                    <a:pt x="308" y="12"/>
                  </a:cubicBezTo>
                  <a:lnTo>
                    <a:pt x="308" y="56"/>
                  </a:lnTo>
                  <a:cubicBezTo>
                    <a:pt x="308" y="63"/>
                    <a:pt x="303" y="69"/>
                    <a:pt x="296" y="6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8" name="Google Shape;1278;p43"/>
            <p:cNvSpPr/>
            <p:nvPr/>
          </p:nvSpPr>
          <p:spPr>
            <a:xfrm>
              <a:off x="2768760" y="1341360"/>
              <a:ext cx="110880" cy="24840"/>
            </a:xfrm>
            <a:custGeom>
              <a:rect b="b" l="l" r="r" t="t"/>
              <a:pathLst>
                <a:path extrusionOk="0" h="69" w="308">
                  <a:moveTo>
                    <a:pt x="296" y="69"/>
                  </a:moveTo>
                  <a:lnTo>
                    <a:pt x="12" y="69"/>
                  </a:lnTo>
                  <a:cubicBezTo>
                    <a:pt x="5" y="69"/>
                    <a:pt x="0" y="63"/>
                    <a:pt x="0" y="56"/>
                  </a:cubicBezTo>
                  <a:lnTo>
                    <a:pt x="0" y="12"/>
                  </a:lnTo>
                  <a:cubicBezTo>
                    <a:pt x="0" y="6"/>
                    <a:pt x="5" y="0"/>
                    <a:pt x="12" y="0"/>
                  </a:cubicBezTo>
                  <a:lnTo>
                    <a:pt x="296" y="0"/>
                  </a:lnTo>
                  <a:cubicBezTo>
                    <a:pt x="303" y="0"/>
                    <a:pt x="308" y="6"/>
                    <a:pt x="308" y="12"/>
                  </a:cubicBezTo>
                  <a:lnTo>
                    <a:pt x="308" y="56"/>
                  </a:lnTo>
                  <a:cubicBezTo>
                    <a:pt x="308" y="63"/>
                    <a:pt x="303" y="69"/>
                    <a:pt x="296" y="6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9" name="Google Shape;1279;p43"/>
            <p:cNvSpPr/>
            <p:nvPr/>
          </p:nvSpPr>
          <p:spPr>
            <a:xfrm>
              <a:off x="2768760" y="1390680"/>
              <a:ext cx="49320" cy="24840"/>
            </a:xfrm>
            <a:custGeom>
              <a:rect b="b" l="l" r="r" t="t"/>
              <a:pathLst>
                <a:path extrusionOk="0" h="69" w="137">
                  <a:moveTo>
                    <a:pt x="124" y="69"/>
                  </a:moveTo>
                  <a:lnTo>
                    <a:pt x="12" y="69"/>
                  </a:lnTo>
                  <a:cubicBezTo>
                    <a:pt x="5" y="69"/>
                    <a:pt x="0" y="63"/>
                    <a:pt x="0" y="56"/>
                  </a:cubicBezTo>
                  <a:lnTo>
                    <a:pt x="0" y="12"/>
                  </a:lnTo>
                  <a:cubicBezTo>
                    <a:pt x="0" y="6"/>
                    <a:pt x="5" y="0"/>
                    <a:pt x="12" y="0"/>
                  </a:cubicBezTo>
                  <a:lnTo>
                    <a:pt x="124" y="0"/>
                  </a:lnTo>
                  <a:cubicBezTo>
                    <a:pt x="131" y="0"/>
                    <a:pt x="137" y="6"/>
                    <a:pt x="137" y="12"/>
                  </a:cubicBezTo>
                  <a:lnTo>
                    <a:pt x="137" y="56"/>
                  </a:lnTo>
                  <a:cubicBezTo>
                    <a:pt x="137" y="63"/>
                    <a:pt x="131" y="69"/>
                    <a:pt x="124" y="6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0" name="Google Shape;1280;p43"/>
            <p:cNvSpPr/>
            <p:nvPr/>
          </p:nvSpPr>
          <p:spPr>
            <a:xfrm>
              <a:off x="2842560" y="1206000"/>
              <a:ext cx="61200" cy="61560"/>
            </a:xfrm>
            <a:custGeom>
              <a:rect b="b" l="l" r="r" t="t"/>
              <a:pathLst>
                <a:path extrusionOk="0" h="171" w="170">
                  <a:moveTo>
                    <a:pt x="168" y="167"/>
                  </a:moveTo>
                  <a:lnTo>
                    <a:pt x="4" y="3"/>
                  </a:lnTo>
                  <a:cubicBezTo>
                    <a:pt x="3" y="2"/>
                    <a:pt x="2" y="1"/>
                    <a:pt x="0" y="0"/>
                  </a:cubicBezTo>
                  <a:lnTo>
                    <a:pt x="0" y="158"/>
                  </a:lnTo>
                  <a:cubicBezTo>
                    <a:pt x="0" y="165"/>
                    <a:pt x="6" y="171"/>
                    <a:pt x="13" y="171"/>
                  </a:cubicBezTo>
                  <a:lnTo>
                    <a:pt x="170" y="171"/>
                  </a:lnTo>
                  <a:cubicBezTo>
                    <a:pt x="170" y="169"/>
                    <a:pt x="169" y="168"/>
                    <a:pt x="168" y="167"/>
                  </a:cubicBezTo>
                  <a:close/>
                </a:path>
              </a:pathLst>
            </a:custGeom>
            <a:solidFill>
              <a:srgbClr val="DDFBFC"/>
            </a:solidFill>
            <a:ln>
              <a:noFill/>
            </a:ln>
          </p:spPr>
          <p:txBody>
            <a:bodyPr anchorCtr="1" anchor="ctr" bIns="16550" lIns="90000" spcFirstLastPara="1" rIns="90000" wrap="square" tIns="16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1" name="Google Shape;1281;p43"/>
            <p:cNvSpPr/>
            <p:nvPr/>
          </p:nvSpPr>
          <p:spPr>
            <a:xfrm>
              <a:off x="2928960" y="1205640"/>
              <a:ext cx="159840" cy="246600"/>
            </a:xfrm>
            <a:custGeom>
              <a:rect b="b" l="l" r="r" t="t"/>
              <a:pathLst>
                <a:path extrusionOk="0" h="685" w="444">
                  <a:moveTo>
                    <a:pt x="444" y="177"/>
                  </a:moveTo>
                  <a:lnTo>
                    <a:pt x="444" y="673"/>
                  </a:lnTo>
                  <a:cubicBezTo>
                    <a:pt x="444" y="680"/>
                    <a:pt x="439" y="685"/>
                    <a:pt x="432" y="685"/>
                  </a:cubicBezTo>
                  <a:lnTo>
                    <a:pt x="12" y="685"/>
                  </a:lnTo>
                  <a:cubicBezTo>
                    <a:pt x="6" y="685"/>
                    <a:pt x="0" y="680"/>
                    <a:pt x="0" y="673"/>
                  </a:cubicBezTo>
                  <a:lnTo>
                    <a:pt x="0" y="13"/>
                  </a:lnTo>
                  <a:cubicBezTo>
                    <a:pt x="0" y="6"/>
                    <a:pt x="6" y="0"/>
                    <a:pt x="12" y="0"/>
                  </a:cubicBezTo>
                  <a:lnTo>
                    <a:pt x="268" y="0"/>
                  </a:lnTo>
                  <a:cubicBezTo>
                    <a:pt x="271" y="0"/>
                    <a:pt x="274" y="2"/>
                    <a:pt x="277" y="4"/>
                  </a:cubicBezTo>
                  <a:lnTo>
                    <a:pt x="441" y="168"/>
                  </a:lnTo>
                  <a:cubicBezTo>
                    <a:pt x="443" y="170"/>
                    <a:pt x="444" y="173"/>
                    <a:pt x="444" y="17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2" name="Google Shape;1282;p43"/>
            <p:cNvSpPr/>
            <p:nvPr/>
          </p:nvSpPr>
          <p:spPr>
            <a:xfrm>
              <a:off x="2953800" y="1292040"/>
              <a:ext cx="110520" cy="24840"/>
            </a:xfrm>
            <a:custGeom>
              <a:rect b="b" l="l" r="r" t="t"/>
              <a:pathLst>
                <a:path extrusionOk="0" h="69" w="307">
                  <a:moveTo>
                    <a:pt x="294" y="69"/>
                  </a:moveTo>
                  <a:lnTo>
                    <a:pt x="12" y="69"/>
                  </a:lnTo>
                  <a:cubicBezTo>
                    <a:pt x="5" y="69"/>
                    <a:pt x="0" y="63"/>
                    <a:pt x="0" y="56"/>
                  </a:cubicBezTo>
                  <a:lnTo>
                    <a:pt x="0" y="12"/>
                  </a:lnTo>
                  <a:cubicBezTo>
                    <a:pt x="0" y="6"/>
                    <a:pt x="5" y="0"/>
                    <a:pt x="12" y="0"/>
                  </a:cubicBezTo>
                  <a:lnTo>
                    <a:pt x="294" y="0"/>
                  </a:lnTo>
                  <a:cubicBezTo>
                    <a:pt x="301" y="0"/>
                    <a:pt x="307" y="6"/>
                    <a:pt x="307" y="12"/>
                  </a:cubicBezTo>
                  <a:lnTo>
                    <a:pt x="307" y="56"/>
                  </a:lnTo>
                  <a:cubicBezTo>
                    <a:pt x="307" y="63"/>
                    <a:pt x="301" y="69"/>
                    <a:pt x="294" y="6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3" name="Google Shape;1283;p43"/>
            <p:cNvSpPr/>
            <p:nvPr/>
          </p:nvSpPr>
          <p:spPr>
            <a:xfrm>
              <a:off x="2953800" y="1341360"/>
              <a:ext cx="110520" cy="24840"/>
            </a:xfrm>
            <a:custGeom>
              <a:rect b="b" l="l" r="r" t="t"/>
              <a:pathLst>
                <a:path extrusionOk="0" h="69" w="307">
                  <a:moveTo>
                    <a:pt x="294" y="69"/>
                  </a:moveTo>
                  <a:lnTo>
                    <a:pt x="12" y="69"/>
                  </a:lnTo>
                  <a:cubicBezTo>
                    <a:pt x="5" y="69"/>
                    <a:pt x="0" y="63"/>
                    <a:pt x="0" y="56"/>
                  </a:cubicBezTo>
                  <a:lnTo>
                    <a:pt x="0" y="12"/>
                  </a:lnTo>
                  <a:cubicBezTo>
                    <a:pt x="0" y="6"/>
                    <a:pt x="5" y="0"/>
                    <a:pt x="12" y="0"/>
                  </a:cubicBezTo>
                  <a:lnTo>
                    <a:pt x="294" y="0"/>
                  </a:lnTo>
                  <a:cubicBezTo>
                    <a:pt x="301" y="0"/>
                    <a:pt x="307" y="6"/>
                    <a:pt x="307" y="12"/>
                  </a:cubicBezTo>
                  <a:lnTo>
                    <a:pt x="307" y="56"/>
                  </a:lnTo>
                  <a:cubicBezTo>
                    <a:pt x="307" y="63"/>
                    <a:pt x="301" y="69"/>
                    <a:pt x="294" y="6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4" name="Google Shape;1284;p43"/>
            <p:cNvSpPr/>
            <p:nvPr/>
          </p:nvSpPr>
          <p:spPr>
            <a:xfrm>
              <a:off x="2953800" y="1390680"/>
              <a:ext cx="49320" cy="24840"/>
            </a:xfrm>
            <a:custGeom>
              <a:rect b="b" l="l" r="r" t="t"/>
              <a:pathLst>
                <a:path extrusionOk="0" h="69" w="137">
                  <a:moveTo>
                    <a:pt x="124" y="69"/>
                  </a:moveTo>
                  <a:lnTo>
                    <a:pt x="12" y="69"/>
                  </a:lnTo>
                  <a:cubicBezTo>
                    <a:pt x="5" y="69"/>
                    <a:pt x="0" y="63"/>
                    <a:pt x="0" y="56"/>
                  </a:cubicBezTo>
                  <a:lnTo>
                    <a:pt x="0" y="12"/>
                  </a:lnTo>
                  <a:cubicBezTo>
                    <a:pt x="0" y="6"/>
                    <a:pt x="5" y="0"/>
                    <a:pt x="12" y="0"/>
                  </a:cubicBezTo>
                  <a:lnTo>
                    <a:pt x="124" y="0"/>
                  </a:lnTo>
                  <a:cubicBezTo>
                    <a:pt x="131" y="0"/>
                    <a:pt x="137" y="6"/>
                    <a:pt x="137" y="12"/>
                  </a:cubicBezTo>
                  <a:lnTo>
                    <a:pt x="137" y="56"/>
                  </a:lnTo>
                  <a:cubicBezTo>
                    <a:pt x="137" y="63"/>
                    <a:pt x="131" y="69"/>
                    <a:pt x="124" y="69"/>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5" name="Google Shape;1285;p43"/>
            <p:cNvSpPr/>
            <p:nvPr/>
          </p:nvSpPr>
          <p:spPr>
            <a:xfrm>
              <a:off x="3027240" y="1206000"/>
              <a:ext cx="61200" cy="61560"/>
            </a:xfrm>
            <a:custGeom>
              <a:rect b="b" l="l" r="r" t="t"/>
              <a:pathLst>
                <a:path extrusionOk="0" h="171" w="170">
                  <a:moveTo>
                    <a:pt x="168" y="167"/>
                  </a:moveTo>
                  <a:lnTo>
                    <a:pt x="4" y="3"/>
                  </a:lnTo>
                  <a:cubicBezTo>
                    <a:pt x="3" y="2"/>
                    <a:pt x="1" y="1"/>
                    <a:pt x="0" y="0"/>
                  </a:cubicBezTo>
                  <a:lnTo>
                    <a:pt x="0" y="158"/>
                  </a:lnTo>
                  <a:cubicBezTo>
                    <a:pt x="0" y="165"/>
                    <a:pt x="6" y="171"/>
                    <a:pt x="13" y="171"/>
                  </a:cubicBezTo>
                  <a:lnTo>
                    <a:pt x="170" y="171"/>
                  </a:lnTo>
                  <a:cubicBezTo>
                    <a:pt x="170" y="169"/>
                    <a:pt x="169" y="168"/>
                    <a:pt x="168" y="167"/>
                  </a:cubicBezTo>
                  <a:close/>
                </a:path>
              </a:pathLst>
            </a:custGeom>
            <a:solidFill>
              <a:srgbClr val="DDFBFC"/>
            </a:solidFill>
            <a:ln>
              <a:noFill/>
            </a:ln>
          </p:spPr>
          <p:txBody>
            <a:bodyPr anchorCtr="1" anchor="ctr" bIns="16550" lIns="90000" spcFirstLastPara="1" rIns="90000" wrap="square" tIns="16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6" name="Google Shape;1286;p43"/>
            <p:cNvSpPr/>
            <p:nvPr/>
          </p:nvSpPr>
          <p:spPr>
            <a:xfrm>
              <a:off x="2738520" y="1200240"/>
              <a:ext cx="171360" cy="257760"/>
            </a:xfrm>
            <a:custGeom>
              <a:rect b="b" l="l" r="r" t="t"/>
              <a:pathLst>
                <a:path extrusionOk="0" h="716" w="476">
                  <a:moveTo>
                    <a:pt x="305" y="171"/>
                  </a:moveTo>
                  <a:lnTo>
                    <a:pt x="305" y="53"/>
                  </a:lnTo>
                  <a:lnTo>
                    <a:pt x="423" y="171"/>
                  </a:lnTo>
                  <a:lnTo>
                    <a:pt x="305" y="171"/>
                  </a:lnTo>
                  <a:moveTo>
                    <a:pt x="476" y="700"/>
                  </a:moveTo>
                  <a:lnTo>
                    <a:pt x="476" y="187"/>
                  </a:lnTo>
                  <a:cubicBezTo>
                    <a:pt x="476" y="186"/>
                    <a:pt x="476" y="186"/>
                    <a:pt x="476" y="186"/>
                  </a:cubicBezTo>
                  <a:lnTo>
                    <a:pt x="476" y="186"/>
                  </a:lnTo>
                  <a:cubicBezTo>
                    <a:pt x="476" y="185"/>
                    <a:pt x="476" y="184"/>
                    <a:pt x="476" y="184"/>
                  </a:cubicBezTo>
                  <a:lnTo>
                    <a:pt x="476" y="183"/>
                  </a:lnTo>
                  <a:lnTo>
                    <a:pt x="475" y="182"/>
                  </a:lnTo>
                  <a:cubicBezTo>
                    <a:pt x="475" y="181"/>
                    <a:pt x="475" y="181"/>
                    <a:pt x="475" y="181"/>
                  </a:cubicBezTo>
                  <a:cubicBezTo>
                    <a:pt x="475" y="181"/>
                    <a:pt x="475" y="180"/>
                    <a:pt x="474" y="179"/>
                  </a:cubicBezTo>
                  <a:lnTo>
                    <a:pt x="474" y="179"/>
                  </a:lnTo>
                  <a:cubicBezTo>
                    <a:pt x="474" y="179"/>
                    <a:pt x="474" y="178"/>
                    <a:pt x="473" y="178"/>
                  </a:cubicBezTo>
                  <a:cubicBezTo>
                    <a:pt x="473" y="177"/>
                    <a:pt x="473" y="177"/>
                    <a:pt x="473" y="177"/>
                  </a:cubicBezTo>
                  <a:lnTo>
                    <a:pt x="472" y="176"/>
                  </a:lnTo>
                  <a:lnTo>
                    <a:pt x="300" y="4"/>
                  </a:lnTo>
                  <a:lnTo>
                    <a:pt x="299" y="3"/>
                  </a:lnTo>
                  <a:lnTo>
                    <a:pt x="298" y="3"/>
                  </a:lnTo>
                  <a:cubicBezTo>
                    <a:pt x="298" y="2"/>
                    <a:pt x="297" y="2"/>
                    <a:pt x="297" y="2"/>
                  </a:cubicBezTo>
                  <a:lnTo>
                    <a:pt x="296" y="2"/>
                  </a:lnTo>
                  <a:cubicBezTo>
                    <a:pt x="296" y="1"/>
                    <a:pt x="295" y="1"/>
                    <a:pt x="295" y="1"/>
                  </a:cubicBezTo>
                  <a:lnTo>
                    <a:pt x="294" y="1"/>
                  </a:lnTo>
                  <a:cubicBezTo>
                    <a:pt x="294" y="0"/>
                    <a:pt x="293" y="0"/>
                    <a:pt x="292" y="0"/>
                  </a:cubicBezTo>
                  <a:lnTo>
                    <a:pt x="292" y="0"/>
                  </a:lnTo>
                  <a:cubicBezTo>
                    <a:pt x="292" y="0"/>
                    <a:pt x="291" y="0"/>
                    <a:pt x="290" y="0"/>
                  </a:cubicBezTo>
                  <a:lnTo>
                    <a:pt x="290" y="0"/>
                  </a:lnTo>
                  <a:lnTo>
                    <a:pt x="289" y="0"/>
                  </a:lnTo>
                  <a:lnTo>
                    <a:pt x="149" y="0"/>
                  </a:lnTo>
                  <a:cubicBezTo>
                    <a:pt x="141" y="0"/>
                    <a:pt x="134" y="7"/>
                    <a:pt x="134" y="15"/>
                  </a:cubicBezTo>
                  <a:cubicBezTo>
                    <a:pt x="134" y="24"/>
                    <a:pt x="141" y="31"/>
                    <a:pt x="149" y="31"/>
                  </a:cubicBezTo>
                  <a:lnTo>
                    <a:pt x="274" y="31"/>
                  </a:lnTo>
                  <a:lnTo>
                    <a:pt x="274" y="187"/>
                  </a:lnTo>
                  <a:cubicBezTo>
                    <a:pt x="274" y="195"/>
                    <a:pt x="281" y="202"/>
                    <a:pt x="289" y="202"/>
                  </a:cubicBezTo>
                  <a:lnTo>
                    <a:pt x="445" y="202"/>
                  </a:lnTo>
                  <a:lnTo>
                    <a:pt x="445" y="685"/>
                  </a:lnTo>
                  <a:lnTo>
                    <a:pt x="31" y="685"/>
                  </a:lnTo>
                  <a:lnTo>
                    <a:pt x="31" y="31"/>
                  </a:lnTo>
                  <a:lnTo>
                    <a:pt x="87" y="31"/>
                  </a:lnTo>
                  <a:cubicBezTo>
                    <a:pt x="96" y="31"/>
                    <a:pt x="103" y="24"/>
                    <a:pt x="103" y="15"/>
                  </a:cubicBezTo>
                  <a:cubicBezTo>
                    <a:pt x="103" y="7"/>
                    <a:pt x="96" y="0"/>
                    <a:pt x="87" y="0"/>
                  </a:cubicBezTo>
                  <a:lnTo>
                    <a:pt x="15" y="0"/>
                  </a:lnTo>
                  <a:cubicBezTo>
                    <a:pt x="7" y="0"/>
                    <a:pt x="0" y="7"/>
                    <a:pt x="0" y="15"/>
                  </a:cubicBezTo>
                  <a:lnTo>
                    <a:pt x="0" y="700"/>
                  </a:lnTo>
                  <a:cubicBezTo>
                    <a:pt x="0" y="709"/>
                    <a:pt x="7" y="716"/>
                    <a:pt x="15" y="716"/>
                  </a:cubicBezTo>
                  <a:lnTo>
                    <a:pt x="461" y="716"/>
                  </a:lnTo>
                  <a:cubicBezTo>
                    <a:pt x="469" y="716"/>
                    <a:pt x="476" y="709"/>
                    <a:pt x="476" y="700"/>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87" name="Google Shape;1287;p43"/>
            <p:cNvSpPr/>
            <p:nvPr/>
          </p:nvSpPr>
          <p:spPr>
            <a:xfrm>
              <a:off x="2763000" y="1224720"/>
              <a:ext cx="36000" cy="36000"/>
            </a:xfrm>
            <a:custGeom>
              <a:rect b="b" l="l" r="r" t="t"/>
              <a:pathLst>
                <a:path extrusionOk="0" h="100" w="100">
                  <a:moveTo>
                    <a:pt x="69" y="69"/>
                  </a:moveTo>
                  <a:lnTo>
                    <a:pt x="31" y="69"/>
                  </a:lnTo>
                  <a:lnTo>
                    <a:pt x="31" y="31"/>
                  </a:lnTo>
                  <a:lnTo>
                    <a:pt x="69" y="31"/>
                  </a:lnTo>
                  <a:lnTo>
                    <a:pt x="69" y="69"/>
                  </a:lnTo>
                  <a:moveTo>
                    <a:pt x="84" y="0"/>
                  </a:moveTo>
                  <a:lnTo>
                    <a:pt x="16" y="0"/>
                  </a:lnTo>
                  <a:cubicBezTo>
                    <a:pt x="7" y="0"/>
                    <a:pt x="0" y="7"/>
                    <a:pt x="0" y="16"/>
                  </a:cubicBezTo>
                  <a:lnTo>
                    <a:pt x="0" y="84"/>
                  </a:lnTo>
                  <a:cubicBezTo>
                    <a:pt x="0" y="93"/>
                    <a:pt x="7" y="100"/>
                    <a:pt x="16" y="100"/>
                  </a:cubicBezTo>
                  <a:lnTo>
                    <a:pt x="84" y="100"/>
                  </a:lnTo>
                  <a:cubicBezTo>
                    <a:pt x="93" y="100"/>
                    <a:pt x="100" y="93"/>
                    <a:pt x="100" y="84"/>
                  </a:cubicBezTo>
                  <a:lnTo>
                    <a:pt x="100" y="16"/>
                  </a:lnTo>
                  <a:cubicBezTo>
                    <a:pt x="100" y="7"/>
                    <a:pt x="93" y="0"/>
                    <a:pt x="84"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88" name="Google Shape;1288;p43"/>
            <p:cNvSpPr/>
            <p:nvPr/>
          </p:nvSpPr>
          <p:spPr>
            <a:xfrm>
              <a:off x="2763000" y="1286640"/>
              <a:ext cx="122400" cy="35640"/>
            </a:xfrm>
            <a:custGeom>
              <a:rect b="b" l="l" r="r" t="t"/>
              <a:pathLst>
                <a:path extrusionOk="0" h="99" w="340">
                  <a:moveTo>
                    <a:pt x="309" y="68"/>
                  </a:moveTo>
                  <a:lnTo>
                    <a:pt x="31" y="68"/>
                  </a:lnTo>
                  <a:lnTo>
                    <a:pt x="31" y="31"/>
                  </a:lnTo>
                  <a:lnTo>
                    <a:pt x="309" y="31"/>
                  </a:lnTo>
                  <a:lnTo>
                    <a:pt x="309" y="68"/>
                  </a:lnTo>
                  <a:moveTo>
                    <a:pt x="340" y="15"/>
                  </a:moveTo>
                  <a:cubicBezTo>
                    <a:pt x="340" y="6"/>
                    <a:pt x="333" y="0"/>
                    <a:pt x="324" y="0"/>
                  </a:cubicBezTo>
                  <a:lnTo>
                    <a:pt x="16" y="0"/>
                  </a:lnTo>
                  <a:cubicBezTo>
                    <a:pt x="7" y="0"/>
                    <a:pt x="0" y="6"/>
                    <a:pt x="0" y="15"/>
                  </a:cubicBezTo>
                  <a:lnTo>
                    <a:pt x="0" y="84"/>
                  </a:lnTo>
                  <a:cubicBezTo>
                    <a:pt x="0" y="92"/>
                    <a:pt x="7" y="99"/>
                    <a:pt x="16" y="99"/>
                  </a:cubicBezTo>
                  <a:lnTo>
                    <a:pt x="324" y="99"/>
                  </a:lnTo>
                  <a:cubicBezTo>
                    <a:pt x="333" y="99"/>
                    <a:pt x="340" y="92"/>
                    <a:pt x="340" y="84"/>
                  </a:cubicBezTo>
                  <a:lnTo>
                    <a:pt x="340" y="15"/>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89" name="Google Shape;1289;p43"/>
            <p:cNvSpPr/>
            <p:nvPr/>
          </p:nvSpPr>
          <p:spPr>
            <a:xfrm>
              <a:off x="2763000" y="1335960"/>
              <a:ext cx="122400" cy="35640"/>
            </a:xfrm>
            <a:custGeom>
              <a:rect b="b" l="l" r="r" t="t"/>
              <a:pathLst>
                <a:path extrusionOk="0" h="99" w="340">
                  <a:moveTo>
                    <a:pt x="309" y="68"/>
                  </a:moveTo>
                  <a:lnTo>
                    <a:pt x="31" y="68"/>
                  </a:lnTo>
                  <a:lnTo>
                    <a:pt x="31" y="31"/>
                  </a:lnTo>
                  <a:lnTo>
                    <a:pt x="309" y="31"/>
                  </a:lnTo>
                  <a:lnTo>
                    <a:pt x="309" y="68"/>
                  </a:lnTo>
                  <a:moveTo>
                    <a:pt x="340" y="84"/>
                  </a:moveTo>
                  <a:lnTo>
                    <a:pt x="340" y="15"/>
                  </a:lnTo>
                  <a:cubicBezTo>
                    <a:pt x="340" y="6"/>
                    <a:pt x="333" y="0"/>
                    <a:pt x="324" y="0"/>
                  </a:cubicBezTo>
                  <a:lnTo>
                    <a:pt x="16" y="0"/>
                  </a:lnTo>
                  <a:cubicBezTo>
                    <a:pt x="7" y="0"/>
                    <a:pt x="0" y="6"/>
                    <a:pt x="0" y="15"/>
                  </a:cubicBezTo>
                  <a:lnTo>
                    <a:pt x="0" y="84"/>
                  </a:lnTo>
                  <a:cubicBezTo>
                    <a:pt x="0" y="92"/>
                    <a:pt x="7" y="99"/>
                    <a:pt x="16" y="99"/>
                  </a:cubicBezTo>
                  <a:lnTo>
                    <a:pt x="324" y="99"/>
                  </a:lnTo>
                  <a:cubicBezTo>
                    <a:pt x="333" y="99"/>
                    <a:pt x="340" y="92"/>
                    <a:pt x="340" y="84"/>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0" name="Google Shape;1290;p43"/>
            <p:cNvSpPr/>
            <p:nvPr/>
          </p:nvSpPr>
          <p:spPr>
            <a:xfrm>
              <a:off x="2763000" y="1385280"/>
              <a:ext cx="60480" cy="35640"/>
            </a:xfrm>
            <a:custGeom>
              <a:rect b="b" l="l" r="r" t="t"/>
              <a:pathLst>
                <a:path extrusionOk="0" h="99" w="168">
                  <a:moveTo>
                    <a:pt x="137" y="68"/>
                  </a:moveTo>
                  <a:lnTo>
                    <a:pt x="31" y="68"/>
                  </a:lnTo>
                  <a:lnTo>
                    <a:pt x="31" y="31"/>
                  </a:lnTo>
                  <a:lnTo>
                    <a:pt x="137" y="31"/>
                  </a:lnTo>
                  <a:lnTo>
                    <a:pt x="137" y="68"/>
                  </a:lnTo>
                  <a:moveTo>
                    <a:pt x="16" y="0"/>
                  </a:moveTo>
                  <a:cubicBezTo>
                    <a:pt x="7" y="0"/>
                    <a:pt x="0" y="7"/>
                    <a:pt x="0" y="15"/>
                  </a:cubicBezTo>
                  <a:lnTo>
                    <a:pt x="0" y="84"/>
                  </a:lnTo>
                  <a:cubicBezTo>
                    <a:pt x="0" y="92"/>
                    <a:pt x="7" y="99"/>
                    <a:pt x="16" y="99"/>
                  </a:cubicBezTo>
                  <a:lnTo>
                    <a:pt x="153" y="99"/>
                  </a:lnTo>
                  <a:cubicBezTo>
                    <a:pt x="161" y="99"/>
                    <a:pt x="168" y="92"/>
                    <a:pt x="168" y="84"/>
                  </a:cubicBezTo>
                  <a:lnTo>
                    <a:pt x="168" y="15"/>
                  </a:lnTo>
                  <a:cubicBezTo>
                    <a:pt x="168" y="7"/>
                    <a:pt x="161" y="0"/>
                    <a:pt x="153" y="0"/>
                  </a:cubicBezTo>
                  <a:lnTo>
                    <a:pt x="16" y="0"/>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1" name="Google Shape;1291;p43"/>
            <p:cNvSpPr/>
            <p:nvPr/>
          </p:nvSpPr>
          <p:spPr>
            <a:xfrm>
              <a:off x="2818440" y="1138680"/>
              <a:ext cx="208440" cy="47880"/>
            </a:xfrm>
            <a:custGeom>
              <a:rect b="b" l="l" r="r" t="t"/>
              <a:pathLst>
                <a:path extrusionOk="0" h="133" w="579">
                  <a:moveTo>
                    <a:pt x="16" y="133"/>
                  </a:moveTo>
                  <a:cubicBezTo>
                    <a:pt x="25" y="133"/>
                    <a:pt x="31" y="126"/>
                    <a:pt x="31" y="118"/>
                  </a:cubicBezTo>
                  <a:lnTo>
                    <a:pt x="31" y="31"/>
                  </a:lnTo>
                  <a:lnTo>
                    <a:pt x="513" y="31"/>
                  </a:lnTo>
                  <a:lnTo>
                    <a:pt x="513" y="80"/>
                  </a:lnTo>
                  <a:lnTo>
                    <a:pt x="506" y="73"/>
                  </a:lnTo>
                  <a:cubicBezTo>
                    <a:pt x="500" y="66"/>
                    <a:pt x="491" y="66"/>
                    <a:pt x="485" y="73"/>
                  </a:cubicBezTo>
                  <a:cubicBezTo>
                    <a:pt x="478" y="79"/>
                    <a:pt x="478" y="88"/>
                    <a:pt x="485" y="94"/>
                  </a:cubicBezTo>
                  <a:lnTo>
                    <a:pt x="518" y="129"/>
                  </a:lnTo>
                  <a:cubicBezTo>
                    <a:pt x="518" y="129"/>
                    <a:pt x="519" y="129"/>
                    <a:pt x="519" y="130"/>
                  </a:cubicBezTo>
                  <a:lnTo>
                    <a:pt x="519" y="130"/>
                  </a:lnTo>
                  <a:cubicBezTo>
                    <a:pt x="519" y="130"/>
                    <a:pt x="520" y="130"/>
                    <a:pt x="520" y="131"/>
                  </a:cubicBezTo>
                  <a:lnTo>
                    <a:pt x="520" y="131"/>
                  </a:lnTo>
                  <a:cubicBezTo>
                    <a:pt x="521" y="131"/>
                    <a:pt x="521" y="131"/>
                    <a:pt x="521" y="131"/>
                  </a:cubicBezTo>
                  <a:lnTo>
                    <a:pt x="522" y="131"/>
                  </a:lnTo>
                  <a:cubicBezTo>
                    <a:pt x="522" y="132"/>
                    <a:pt x="522" y="132"/>
                    <a:pt x="523" y="132"/>
                  </a:cubicBezTo>
                  <a:lnTo>
                    <a:pt x="523" y="132"/>
                  </a:lnTo>
                  <a:cubicBezTo>
                    <a:pt x="523" y="132"/>
                    <a:pt x="524" y="132"/>
                    <a:pt x="524" y="133"/>
                  </a:cubicBezTo>
                  <a:lnTo>
                    <a:pt x="524" y="133"/>
                  </a:lnTo>
                  <a:cubicBezTo>
                    <a:pt x="525" y="133"/>
                    <a:pt x="525" y="133"/>
                    <a:pt x="526" y="133"/>
                  </a:cubicBezTo>
                  <a:lnTo>
                    <a:pt x="526" y="133"/>
                  </a:lnTo>
                  <a:lnTo>
                    <a:pt x="527" y="133"/>
                  </a:lnTo>
                  <a:cubicBezTo>
                    <a:pt x="528" y="133"/>
                    <a:pt x="528" y="133"/>
                    <a:pt x="529" y="133"/>
                  </a:cubicBezTo>
                  <a:lnTo>
                    <a:pt x="529" y="133"/>
                  </a:lnTo>
                  <a:lnTo>
                    <a:pt x="530" y="133"/>
                  </a:lnTo>
                  <a:cubicBezTo>
                    <a:pt x="531" y="133"/>
                    <a:pt x="531" y="133"/>
                    <a:pt x="531" y="133"/>
                  </a:cubicBezTo>
                  <a:cubicBezTo>
                    <a:pt x="532" y="133"/>
                    <a:pt x="532" y="133"/>
                    <a:pt x="532" y="133"/>
                  </a:cubicBezTo>
                  <a:lnTo>
                    <a:pt x="533" y="133"/>
                  </a:lnTo>
                  <a:lnTo>
                    <a:pt x="533" y="133"/>
                  </a:lnTo>
                  <a:cubicBezTo>
                    <a:pt x="534" y="132"/>
                    <a:pt x="534" y="132"/>
                    <a:pt x="534" y="132"/>
                  </a:cubicBezTo>
                  <a:cubicBezTo>
                    <a:pt x="535" y="132"/>
                    <a:pt x="535" y="132"/>
                    <a:pt x="535" y="132"/>
                  </a:cubicBezTo>
                  <a:lnTo>
                    <a:pt x="536" y="132"/>
                  </a:lnTo>
                  <a:lnTo>
                    <a:pt x="536" y="131"/>
                  </a:lnTo>
                  <a:lnTo>
                    <a:pt x="537" y="131"/>
                  </a:lnTo>
                  <a:lnTo>
                    <a:pt x="537" y="131"/>
                  </a:lnTo>
                  <a:cubicBezTo>
                    <a:pt x="538" y="130"/>
                    <a:pt x="538" y="130"/>
                    <a:pt x="538" y="130"/>
                  </a:cubicBezTo>
                  <a:lnTo>
                    <a:pt x="539" y="130"/>
                  </a:lnTo>
                  <a:lnTo>
                    <a:pt x="539" y="129"/>
                  </a:lnTo>
                  <a:lnTo>
                    <a:pt x="540" y="129"/>
                  </a:lnTo>
                  <a:lnTo>
                    <a:pt x="574" y="94"/>
                  </a:lnTo>
                  <a:cubicBezTo>
                    <a:pt x="580" y="88"/>
                    <a:pt x="580" y="79"/>
                    <a:pt x="574" y="73"/>
                  </a:cubicBezTo>
                  <a:cubicBezTo>
                    <a:pt x="568" y="66"/>
                    <a:pt x="558" y="66"/>
                    <a:pt x="552" y="73"/>
                  </a:cubicBezTo>
                  <a:lnTo>
                    <a:pt x="544" y="80"/>
                  </a:lnTo>
                  <a:lnTo>
                    <a:pt x="544" y="15"/>
                  </a:lnTo>
                  <a:cubicBezTo>
                    <a:pt x="544" y="6"/>
                    <a:pt x="537" y="0"/>
                    <a:pt x="529" y="0"/>
                  </a:cubicBezTo>
                  <a:lnTo>
                    <a:pt x="16" y="0"/>
                  </a:lnTo>
                  <a:cubicBezTo>
                    <a:pt x="7" y="0"/>
                    <a:pt x="0" y="6"/>
                    <a:pt x="0" y="15"/>
                  </a:cubicBezTo>
                  <a:lnTo>
                    <a:pt x="0" y="118"/>
                  </a:lnTo>
                  <a:cubicBezTo>
                    <a:pt x="0" y="126"/>
                    <a:pt x="7" y="133"/>
                    <a:pt x="16" y="133"/>
                  </a:cubicBezTo>
                  <a:close/>
                </a:path>
              </a:pathLst>
            </a:custGeom>
            <a:solidFill>
              <a:srgbClr val="3C2C31"/>
            </a:solidFill>
            <a:ln>
              <a:noFill/>
            </a:ln>
          </p:spPr>
          <p:txBody>
            <a:bodyPr anchorCtr="1" anchor="ctr" bIns="2875" lIns="90000" spcFirstLastPara="1" rIns="90000" wrap="square" tIns="287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2" name="Google Shape;1292;p43"/>
            <p:cNvSpPr/>
            <p:nvPr/>
          </p:nvSpPr>
          <p:spPr>
            <a:xfrm>
              <a:off x="2818440" y="1471320"/>
              <a:ext cx="208440" cy="48240"/>
            </a:xfrm>
            <a:custGeom>
              <a:rect b="b" l="l" r="r" t="t"/>
              <a:pathLst>
                <a:path extrusionOk="0" h="134" w="579">
                  <a:moveTo>
                    <a:pt x="563" y="0"/>
                  </a:moveTo>
                  <a:cubicBezTo>
                    <a:pt x="554" y="0"/>
                    <a:pt x="547" y="7"/>
                    <a:pt x="547" y="16"/>
                  </a:cubicBezTo>
                  <a:lnTo>
                    <a:pt x="547" y="103"/>
                  </a:lnTo>
                  <a:lnTo>
                    <a:pt x="66" y="103"/>
                  </a:lnTo>
                  <a:lnTo>
                    <a:pt x="66" y="53"/>
                  </a:lnTo>
                  <a:lnTo>
                    <a:pt x="73" y="61"/>
                  </a:lnTo>
                  <a:cubicBezTo>
                    <a:pt x="77" y="64"/>
                    <a:pt x="81" y="66"/>
                    <a:pt x="84" y="66"/>
                  </a:cubicBezTo>
                  <a:cubicBezTo>
                    <a:pt x="88" y="66"/>
                    <a:pt x="92" y="64"/>
                    <a:pt x="95" y="61"/>
                  </a:cubicBezTo>
                  <a:cubicBezTo>
                    <a:pt x="101" y="55"/>
                    <a:pt x="101" y="45"/>
                    <a:pt x="95" y="39"/>
                  </a:cubicBezTo>
                  <a:lnTo>
                    <a:pt x="61" y="5"/>
                  </a:lnTo>
                  <a:lnTo>
                    <a:pt x="60" y="4"/>
                  </a:lnTo>
                  <a:lnTo>
                    <a:pt x="60" y="4"/>
                  </a:lnTo>
                  <a:cubicBezTo>
                    <a:pt x="60" y="3"/>
                    <a:pt x="59" y="3"/>
                    <a:pt x="59" y="3"/>
                  </a:cubicBezTo>
                  <a:lnTo>
                    <a:pt x="59" y="3"/>
                  </a:lnTo>
                  <a:cubicBezTo>
                    <a:pt x="58" y="3"/>
                    <a:pt x="58" y="2"/>
                    <a:pt x="58" y="2"/>
                  </a:cubicBezTo>
                  <a:cubicBezTo>
                    <a:pt x="57" y="2"/>
                    <a:pt x="57" y="2"/>
                    <a:pt x="57" y="2"/>
                  </a:cubicBezTo>
                  <a:lnTo>
                    <a:pt x="56" y="2"/>
                  </a:lnTo>
                  <a:lnTo>
                    <a:pt x="56" y="2"/>
                  </a:lnTo>
                  <a:cubicBezTo>
                    <a:pt x="56" y="1"/>
                    <a:pt x="55" y="1"/>
                    <a:pt x="55" y="1"/>
                  </a:cubicBezTo>
                  <a:lnTo>
                    <a:pt x="55" y="1"/>
                  </a:lnTo>
                  <a:cubicBezTo>
                    <a:pt x="54" y="1"/>
                    <a:pt x="54" y="1"/>
                    <a:pt x="53" y="1"/>
                  </a:cubicBezTo>
                  <a:lnTo>
                    <a:pt x="53" y="1"/>
                  </a:lnTo>
                  <a:lnTo>
                    <a:pt x="52" y="0"/>
                  </a:lnTo>
                  <a:cubicBezTo>
                    <a:pt x="51" y="0"/>
                    <a:pt x="51" y="0"/>
                    <a:pt x="50" y="0"/>
                  </a:cubicBezTo>
                  <a:lnTo>
                    <a:pt x="50" y="0"/>
                  </a:lnTo>
                  <a:lnTo>
                    <a:pt x="49" y="0"/>
                  </a:lnTo>
                  <a:cubicBezTo>
                    <a:pt x="48" y="0"/>
                    <a:pt x="48" y="1"/>
                    <a:pt x="48" y="1"/>
                  </a:cubicBezTo>
                  <a:cubicBezTo>
                    <a:pt x="47" y="1"/>
                    <a:pt x="47" y="1"/>
                    <a:pt x="47" y="1"/>
                  </a:cubicBezTo>
                  <a:lnTo>
                    <a:pt x="46" y="1"/>
                  </a:lnTo>
                  <a:lnTo>
                    <a:pt x="46" y="1"/>
                  </a:lnTo>
                  <a:cubicBezTo>
                    <a:pt x="45" y="1"/>
                    <a:pt x="45" y="1"/>
                    <a:pt x="44" y="1"/>
                  </a:cubicBezTo>
                  <a:lnTo>
                    <a:pt x="44" y="2"/>
                  </a:lnTo>
                  <a:lnTo>
                    <a:pt x="43" y="2"/>
                  </a:lnTo>
                  <a:lnTo>
                    <a:pt x="43" y="2"/>
                  </a:lnTo>
                  <a:lnTo>
                    <a:pt x="42" y="3"/>
                  </a:lnTo>
                  <a:lnTo>
                    <a:pt x="42" y="3"/>
                  </a:lnTo>
                  <a:cubicBezTo>
                    <a:pt x="41" y="3"/>
                    <a:pt x="41" y="3"/>
                    <a:pt x="41" y="3"/>
                  </a:cubicBezTo>
                  <a:cubicBezTo>
                    <a:pt x="41" y="4"/>
                    <a:pt x="41" y="4"/>
                    <a:pt x="40" y="4"/>
                  </a:cubicBezTo>
                  <a:lnTo>
                    <a:pt x="40" y="4"/>
                  </a:lnTo>
                  <a:cubicBezTo>
                    <a:pt x="40" y="5"/>
                    <a:pt x="39" y="5"/>
                    <a:pt x="39" y="5"/>
                  </a:cubicBezTo>
                  <a:lnTo>
                    <a:pt x="5" y="39"/>
                  </a:lnTo>
                  <a:cubicBezTo>
                    <a:pt x="-1" y="45"/>
                    <a:pt x="-1" y="55"/>
                    <a:pt x="5" y="61"/>
                  </a:cubicBezTo>
                  <a:cubicBezTo>
                    <a:pt x="11" y="67"/>
                    <a:pt x="21" y="67"/>
                    <a:pt x="27" y="61"/>
                  </a:cubicBezTo>
                  <a:lnTo>
                    <a:pt x="35" y="53"/>
                  </a:lnTo>
                  <a:lnTo>
                    <a:pt x="35" y="119"/>
                  </a:lnTo>
                  <a:cubicBezTo>
                    <a:pt x="35" y="127"/>
                    <a:pt x="42" y="134"/>
                    <a:pt x="50" y="134"/>
                  </a:cubicBezTo>
                  <a:lnTo>
                    <a:pt x="563" y="134"/>
                  </a:lnTo>
                  <a:cubicBezTo>
                    <a:pt x="572" y="134"/>
                    <a:pt x="579" y="127"/>
                    <a:pt x="579" y="119"/>
                  </a:cubicBezTo>
                  <a:lnTo>
                    <a:pt x="579" y="16"/>
                  </a:lnTo>
                  <a:cubicBezTo>
                    <a:pt x="579" y="7"/>
                    <a:pt x="572" y="0"/>
                    <a:pt x="563" y="0"/>
                  </a:cubicBezTo>
                  <a:close/>
                </a:path>
              </a:pathLst>
            </a:custGeom>
            <a:solidFill>
              <a:srgbClr val="3C2C31"/>
            </a:solidFill>
            <a:ln>
              <a:noFill/>
            </a:ln>
          </p:spPr>
          <p:txBody>
            <a:bodyPr anchorCtr="1" anchor="ctr" bIns="3225" lIns="90000" spcFirstLastPara="1" rIns="90000" wrap="square" tIns="32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3" name="Google Shape;1293;p43"/>
            <p:cNvSpPr/>
            <p:nvPr/>
          </p:nvSpPr>
          <p:spPr>
            <a:xfrm>
              <a:off x="2923560" y="1200240"/>
              <a:ext cx="171000" cy="257760"/>
            </a:xfrm>
            <a:custGeom>
              <a:rect b="b" l="l" r="r" t="t"/>
              <a:pathLst>
                <a:path extrusionOk="0" h="716" w="475">
                  <a:moveTo>
                    <a:pt x="31" y="685"/>
                  </a:moveTo>
                  <a:lnTo>
                    <a:pt x="31" y="31"/>
                  </a:lnTo>
                  <a:lnTo>
                    <a:pt x="273" y="31"/>
                  </a:lnTo>
                  <a:lnTo>
                    <a:pt x="273" y="187"/>
                  </a:lnTo>
                  <a:cubicBezTo>
                    <a:pt x="273" y="195"/>
                    <a:pt x="280" y="202"/>
                    <a:pt x="288" y="202"/>
                  </a:cubicBezTo>
                  <a:lnTo>
                    <a:pt x="444" y="202"/>
                  </a:lnTo>
                  <a:lnTo>
                    <a:pt x="444" y="685"/>
                  </a:lnTo>
                  <a:lnTo>
                    <a:pt x="31" y="685"/>
                  </a:lnTo>
                  <a:moveTo>
                    <a:pt x="304" y="53"/>
                  </a:moveTo>
                  <a:lnTo>
                    <a:pt x="422" y="171"/>
                  </a:lnTo>
                  <a:lnTo>
                    <a:pt x="304" y="171"/>
                  </a:lnTo>
                  <a:lnTo>
                    <a:pt x="304" y="53"/>
                  </a:lnTo>
                  <a:moveTo>
                    <a:pt x="475" y="186"/>
                  </a:moveTo>
                  <a:lnTo>
                    <a:pt x="475" y="185"/>
                  </a:lnTo>
                  <a:lnTo>
                    <a:pt x="475" y="184"/>
                  </a:lnTo>
                  <a:lnTo>
                    <a:pt x="475" y="184"/>
                  </a:lnTo>
                  <a:cubicBezTo>
                    <a:pt x="474" y="183"/>
                    <a:pt x="474" y="182"/>
                    <a:pt x="474" y="182"/>
                  </a:cubicBezTo>
                  <a:cubicBezTo>
                    <a:pt x="474" y="181"/>
                    <a:pt x="474" y="181"/>
                    <a:pt x="474" y="181"/>
                  </a:cubicBezTo>
                  <a:cubicBezTo>
                    <a:pt x="474" y="181"/>
                    <a:pt x="473" y="180"/>
                    <a:pt x="473" y="179"/>
                  </a:cubicBezTo>
                  <a:lnTo>
                    <a:pt x="473" y="179"/>
                  </a:lnTo>
                  <a:lnTo>
                    <a:pt x="472" y="178"/>
                  </a:lnTo>
                  <a:cubicBezTo>
                    <a:pt x="472" y="177"/>
                    <a:pt x="472" y="177"/>
                    <a:pt x="472" y="177"/>
                  </a:cubicBezTo>
                  <a:cubicBezTo>
                    <a:pt x="471" y="177"/>
                    <a:pt x="471" y="176"/>
                    <a:pt x="470" y="176"/>
                  </a:cubicBezTo>
                  <a:lnTo>
                    <a:pt x="470" y="176"/>
                  </a:lnTo>
                  <a:lnTo>
                    <a:pt x="299" y="4"/>
                  </a:lnTo>
                  <a:lnTo>
                    <a:pt x="299" y="4"/>
                  </a:lnTo>
                  <a:lnTo>
                    <a:pt x="298" y="3"/>
                  </a:lnTo>
                  <a:cubicBezTo>
                    <a:pt x="297" y="3"/>
                    <a:pt x="297" y="3"/>
                    <a:pt x="297" y="3"/>
                  </a:cubicBezTo>
                  <a:cubicBezTo>
                    <a:pt x="297" y="2"/>
                    <a:pt x="296" y="2"/>
                    <a:pt x="295" y="2"/>
                  </a:cubicBezTo>
                  <a:lnTo>
                    <a:pt x="295" y="2"/>
                  </a:lnTo>
                  <a:cubicBezTo>
                    <a:pt x="295" y="1"/>
                    <a:pt x="294" y="1"/>
                    <a:pt x="294" y="1"/>
                  </a:cubicBezTo>
                  <a:cubicBezTo>
                    <a:pt x="293" y="1"/>
                    <a:pt x="293" y="1"/>
                    <a:pt x="293" y="1"/>
                  </a:cubicBezTo>
                  <a:cubicBezTo>
                    <a:pt x="293" y="0"/>
                    <a:pt x="292" y="0"/>
                    <a:pt x="291" y="0"/>
                  </a:cubicBezTo>
                  <a:lnTo>
                    <a:pt x="291" y="0"/>
                  </a:lnTo>
                  <a:cubicBezTo>
                    <a:pt x="290" y="0"/>
                    <a:pt x="290" y="0"/>
                    <a:pt x="289" y="0"/>
                  </a:cubicBezTo>
                  <a:lnTo>
                    <a:pt x="289" y="0"/>
                  </a:lnTo>
                  <a:cubicBezTo>
                    <a:pt x="288" y="0"/>
                    <a:pt x="288" y="0"/>
                    <a:pt x="288" y="0"/>
                  </a:cubicBezTo>
                  <a:lnTo>
                    <a:pt x="15" y="0"/>
                  </a:lnTo>
                  <a:cubicBezTo>
                    <a:pt x="7" y="0"/>
                    <a:pt x="0" y="7"/>
                    <a:pt x="0" y="15"/>
                  </a:cubicBezTo>
                  <a:lnTo>
                    <a:pt x="0" y="700"/>
                  </a:lnTo>
                  <a:cubicBezTo>
                    <a:pt x="0" y="709"/>
                    <a:pt x="7" y="716"/>
                    <a:pt x="15" y="716"/>
                  </a:cubicBezTo>
                  <a:lnTo>
                    <a:pt x="459" y="716"/>
                  </a:lnTo>
                  <a:cubicBezTo>
                    <a:pt x="468" y="716"/>
                    <a:pt x="475" y="709"/>
                    <a:pt x="475" y="700"/>
                  </a:cubicBezTo>
                  <a:lnTo>
                    <a:pt x="475" y="187"/>
                  </a:lnTo>
                  <a:cubicBezTo>
                    <a:pt x="475" y="186"/>
                    <a:pt x="475" y="186"/>
                    <a:pt x="475" y="186"/>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4" name="Google Shape;1294;p43"/>
            <p:cNvSpPr/>
            <p:nvPr/>
          </p:nvSpPr>
          <p:spPr>
            <a:xfrm>
              <a:off x="2948040" y="1224720"/>
              <a:ext cx="36000" cy="36000"/>
            </a:xfrm>
            <a:custGeom>
              <a:rect b="b" l="l" r="r" t="t"/>
              <a:pathLst>
                <a:path extrusionOk="0" h="100" w="100">
                  <a:moveTo>
                    <a:pt x="31" y="31"/>
                  </a:moveTo>
                  <a:lnTo>
                    <a:pt x="69" y="31"/>
                  </a:lnTo>
                  <a:lnTo>
                    <a:pt x="69" y="69"/>
                  </a:lnTo>
                  <a:lnTo>
                    <a:pt x="31" y="69"/>
                  </a:lnTo>
                  <a:lnTo>
                    <a:pt x="31" y="31"/>
                  </a:lnTo>
                  <a:moveTo>
                    <a:pt x="16" y="100"/>
                  </a:moveTo>
                  <a:lnTo>
                    <a:pt x="84" y="100"/>
                  </a:lnTo>
                  <a:cubicBezTo>
                    <a:pt x="93" y="100"/>
                    <a:pt x="100" y="93"/>
                    <a:pt x="100" y="84"/>
                  </a:cubicBezTo>
                  <a:lnTo>
                    <a:pt x="100" y="16"/>
                  </a:lnTo>
                  <a:cubicBezTo>
                    <a:pt x="100" y="7"/>
                    <a:pt x="93" y="0"/>
                    <a:pt x="84" y="0"/>
                  </a:cubicBezTo>
                  <a:lnTo>
                    <a:pt x="16" y="0"/>
                  </a:lnTo>
                  <a:cubicBezTo>
                    <a:pt x="7" y="0"/>
                    <a:pt x="0" y="7"/>
                    <a:pt x="0" y="16"/>
                  </a:cubicBezTo>
                  <a:lnTo>
                    <a:pt x="0" y="84"/>
                  </a:lnTo>
                  <a:cubicBezTo>
                    <a:pt x="0" y="93"/>
                    <a:pt x="7" y="100"/>
                    <a:pt x="16" y="10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5" name="Google Shape;1295;p43"/>
            <p:cNvSpPr/>
            <p:nvPr/>
          </p:nvSpPr>
          <p:spPr>
            <a:xfrm>
              <a:off x="2948040" y="1286640"/>
              <a:ext cx="121680" cy="35640"/>
            </a:xfrm>
            <a:custGeom>
              <a:rect b="b" l="l" r="r" t="t"/>
              <a:pathLst>
                <a:path extrusionOk="0" h="99" w="338">
                  <a:moveTo>
                    <a:pt x="307" y="68"/>
                  </a:moveTo>
                  <a:lnTo>
                    <a:pt x="31" y="68"/>
                  </a:lnTo>
                  <a:lnTo>
                    <a:pt x="31" y="31"/>
                  </a:lnTo>
                  <a:lnTo>
                    <a:pt x="307" y="31"/>
                  </a:lnTo>
                  <a:lnTo>
                    <a:pt x="307" y="68"/>
                  </a:lnTo>
                  <a:moveTo>
                    <a:pt x="323" y="0"/>
                  </a:moveTo>
                  <a:lnTo>
                    <a:pt x="16" y="0"/>
                  </a:lnTo>
                  <a:cubicBezTo>
                    <a:pt x="7" y="0"/>
                    <a:pt x="0" y="6"/>
                    <a:pt x="0" y="15"/>
                  </a:cubicBezTo>
                  <a:lnTo>
                    <a:pt x="0" y="84"/>
                  </a:lnTo>
                  <a:cubicBezTo>
                    <a:pt x="0" y="92"/>
                    <a:pt x="7" y="99"/>
                    <a:pt x="16" y="99"/>
                  </a:cubicBezTo>
                  <a:lnTo>
                    <a:pt x="323" y="99"/>
                  </a:lnTo>
                  <a:cubicBezTo>
                    <a:pt x="331" y="99"/>
                    <a:pt x="338" y="92"/>
                    <a:pt x="338" y="84"/>
                  </a:cubicBezTo>
                  <a:lnTo>
                    <a:pt x="338" y="15"/>
                  </a:lnTo>
                  <a:cubicBezTo>
                    <a:pt x="338" y="6"/>
                    <a:pt x="331" y="0"/>
                    <a:pt x="323"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6" name="Google Shape;1296;p43"/>
            <p:cNvSpPr/>
            <p:nvPr/>
          </p:nvSpPr>
          <p:spPr>
            <a:xfrm>
              <a:off x="2948040" y="1335960"/>
              <a:ext cx="121680" cy="35640"/>
            </a:xfrm>
            <a:custGeom>
              <a:rect b="b" l="l" r="r" t="t"/>
              <a:pathLst>
                <a:path extrusionOk="0" h="99" w="338">
                  <a:moveTo>
                    <a:pt x="307" y="68"/>
                  </a:moveTo>
                  <a:lnTo>
                    <a:pt x="31" y="68"/>
                  </a:lnTo>
                  <a:lnTo>
                    <a:pt x="31" y="31"/>
                  </a:lnTo>
                  <a:lnTo>
                    <a:pt x="307" y="31"/>
                  </a:lnTo>
                  <a:lnTo>
                    <a:pt x="307" y="68"/>
                  </a:lnTo>
                  <a:moveTo>
                    <a:pt x="323" y="0"/>
                  </a:moveTo>
                  <a:lnTo>
                    <a:pt x="16" y="0"/>
                  </a:lnTo>
                  <a:cubicBezTo>
                    <a:pt x="7" y="0"/>
                    <a:pt x="0" y="6"/>
                    <a:pt x="0" y="15"/>
                  </a:cubicBezTo>
                  <a:lnTo>
                    <a:pt x="0" y="84"/>
                  </a:lnTo>
                  <a:cubicBezTo>
                    <a:pt x="0" y="92"/>
                    <a:pt x="7" y="99"/>
                    <a:pt x="16" y="99"/>
                  </a:cubicBezTo>
                  <a:lnTo>
                    <a:pt x="323" y="99"/>
                  </a:lnTo>
                  <a:cubicBezTo>
                    <a:pt x="331" y="99"/>
                    <a:pt x="338" y="92"/>
                    <a:pt x="338" y="84"/>
                  </a:cubicBezTo>
                  <a:lnTo>
                    <a:pt x="338" y="15"/>
                  </a:lnTo>
                  <a:cubicBezTo>
                    <a:pt x="338" y="6"/>
                    <a:pt x="331" y="0"/>
                    <a:pt x="323"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297" name="Google Shape;1297;p43"/>
            <p:cNvSpPr/>
            <p:nvPr/>
          </p:nvSpPr>
          <p:spPr>
            <a:xfrm>
              <a:off x="2948040" y="1385280"/>
              <a:ext cx="60120" cy="35640"/>
            </a:xfrm>
            <a:custGeom>
              <a:rect b="b" l="l" r="r" t="t"/>
              <a:pathLst>
                <a:path extrusionOk="0" h="99" w="167">
                  <a:moveTo>
                    <a:pt x="137" y="68"/>
                  </a:moveTo>
                  <a:lnTo>
                    <a:pt x="31" y="68"/>
                  </a:lnTo>
                  <a:lnTo>
                    <a:pt x="31" y="31"/>
                  </a:lnTo>
                  <a:lnTo>
                    <a:pt x="137" y="31"/>
                  </a:lnTo>
                  <a:lnTo>
                    <a:pt x="137" y="68"/>
                  </a:lnTo>
                  <a:moveTo>
                    <a:pt x="153" y="0"/>
                  </a:moveTo>
                  <a:lnTo>
                    <a:pt x="16" y="0"/>
                  </a:lnTo>
                  <a:cubicBezTo>
                    <a:pt x="7" y="0"/>
                    <a:pt x="0" y="7"/>
                    <a:pt x="0" y="15"/>
                  </a:cubicBezTo>
                  <a:lnTo>
                    <a:pt x="0" y="84"/>
                  </a:lnTo>
                  <a:cubicBezTo>
                    <a:pt x="0" y="92"/>
                    <a:pt x="7" y="99"/>
                    <a:pt x="16" y="99"/>
                  </a:cubicBezTo>
                  <a:lnTo>
                    <a:pt x="153" y="99"/>
                  </a:lnTo>
                  <a:cubicBezTo>
                    <a:pt x="160" y="99"/>
                    <a:pt x="167" y="92"/>
                    <a:pt x="167" y="84"/>
                  </a:cubicBezTo>
                  <a:lnTo>
                    <a:pt x="167" y="15"/>
                  </a:lnTo>
                  <a:cubicBezTo>
                    <a:pt x="167" y="7"/>
                    <a:pt x="160" y="0"/>
                    <a:pt x="153"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298" name="Google Shape;1298;p43"/>
          <p:cNvGrpSpPr/>
          <p:nvPr/>
        </p:nvGrpSpPr>
        <p:grpSpPr>
          <a:xfrm>
            <a:off x="7026148" y="1829848"/>
            <a:ext cx="418703" cy="548649"/>
            <a:chOff x="5287320" y="3429000"/>
            <a:chExt cx="284040" cy="374760"/>
          </a:xfrm>
        </p:grpSpPr>
        <p:sp>
          <p:nvSpPr>
            <p:cNvPr id="1299" name="Google Shape;1299;p43"/>
            <p:cNvSpPr/>
            <p:nvPr/>
          </p:nvSpPr>
          <p:spPr>
            <a:xfrm>
              <a:off x="5371560" y="3434400"/>
              <a:ext cx="194400" cy="279000"/>
            </a:xfrm>
            <a:custGeom>
              <a:rect b="b" l="l" r="r" t="t"/>
              <a:pathLst>
                <a:path extrusionOk="0" h="775" w="540">
                  <a:moveTo>
                    <a:pt x="540" y="174"/>
                  </a:moveTo>
                  <a:lnTo>
                    <a:pt x="540" y="762"/>
                  </a:lnTo>
                  <a:cubicBezTo>
                    <a:pt x="540" y="769"/>
                    <a:pt x="534" y="775"/>
                    <a:pt x="528" y="775"/>
                  </a:cubicBezTo>
                  <a:lnTo>
                    <a:pt x="0" y="775"/>
                  </a:lnTo>
                  <a:lnTo>
                    <a:pt x="0" y="12"/>
                  </a:lnTo>
                  <a:cubicBezTo>
                    <a:pt x="0" y="6"/>
                    <a:pt x="6" y="0"/>
                    <a:pt x="13" y="0"/>
                  </a:cubicBezTo>
                  <a:lnTo>
                    <a:pt x="366" y="0"/>
                  </a:lnTo>
                  <a:cubicBezTo>
                    <a:pt x="370" y="0"/>
                    <a:pt x="373" y="1"/>
                    <a:pt x="375" y="4"/>
                  </a:cubicBezTo>
                  <a:lnTo>
                    <a:pt x="536" y="165"/>
                  </a:lnTo>
                  <a:cubicBezTo>
                    <a:pt x="539" y="168"/>
                    <a:pt x="540" y="171"/>
                    <a:pt x="540" y="174"/>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0" name="Google Shape;1300;p43"/>
            <p:cNvSpPr/>
            <p:nvPr/>
          </p:nvSpPr>
          <p:spPr>
            <a:xfrm>
              <a:off x="5396040" y="3531600"/>
              <a:ext cx="145440" cy="24120"/>
            </a:xfrm>
            <a:custGeom>
              <a:rect b="b" l="l" r="r" t="t"/>
              <a:pathLst>
                <a:path extrusionOk="0" h="67" w="404">
                  <a:moveTo>
                    <a:pt x="392" y="67"/>
                  </a:moveTo>
                  <a:lnTo>
                    <a:pt x="12" y="67"/>
                  </a:lnTo>
                  <a:cubicBezTo>
                    <a:pt x="5" y="67"/>
                    <a:pt x="0" y="62"/>
                    <a:pt x="0" y="55"/>
                  </a:cubicBezTo>
                  <a:lnTo>
                    <a:pt x="0" y="12"/>
                  </a:lnTo>
                  <a:cubicBezTo>
                    <a:pt x="0" y="5"/>
                    <a:pt x="5" y="0"/>
                    <a:pt x="12" y="0"/>
                  </a:cubicBezTo>
                  <a:lnTo>
                    <a:pt x="392" y="0"/>
                  </a:lnTo>
                  <a:cubicBezTo>
                    <a:pt x="399" y="0"/>
                    <a:pt x="404" y="5"/>
                    <a:pt x="404" y="12"/>
                  </a:cubicBezTo>
                  <a:lnTo>
                    <a:pt x="404" y="55"/>
                  </a:lnTo>
                  <a:cubicBezTo>
                    <a:pt x="404" y="62"/>
                    <a:pt x="399" y="67"/>
                    <a:pt x="392"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1" name="Google Shape;1301;p43"/>
            <p:cNvSpPr/>
            <p:nvPr/>
          </p:nvSpPr>
          <p:spPr>
            <a:xfrm>
              <a:off x="5396040" y="3580200"/>
              <a:ext cx="145440" cy="24120"/>
            </a:xfrm>
            <a:custGeom>
              <a:rect b="b" l="l" r="r" t="t"/>
              <a:pathLst>
                <a:path extrusionOk="0" h="67" w="404">
                  <a:moveTo>
                    <a:pt x="392" y="67"/>
                  </a:moveTo>
                  <a:lnTo>
                    <a:pt x="12" y="67"/>
                  </a:lnTo>
                  <a:cubicBezTo>
                    <a:pt x="5" y="67"/>
                    <a:pt x="0" y="62"/>
                    <a:pt x="0" y="55"/>
                  </a:cubicBezTo>
                  <a:lnTo>
                    <a:pt x="0" y="12"/>
                  </a:lnTo>
                  <a:cubicBezTo>
                    <a:pt x="0" y="5"/>
                    <a:pt x="5" y="0"/>
                    <a:pt x="12" y="0"/>
                  </a:cubicBezTo>
                  <a:lnTo>
                    <a:pt x="392" y="0"/>
                  </a:lnTo>
                  <a:cubicBezTo>
                    <a:pt x="399" y="0"/>
                    <a:pt x="404" y="5"/>
                    <a:pt x="404" y="12"/>
                  </a:cubicBezTo>
                  <a:lnTo>
                    <a:pt x="404" y="55"/>
                  </a:lnTo>
                  <a:cubicBezTo>
                    <a:pt x="404" y="62"/>
                    <a:pt x="399" y="67"/>
                    <a:pt x="392"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2" name="Google Shape;1302;p43"/>
            <p:cNvSpPr/>
            <p:nvPr/>
          </p:nvSpPr>
          <p:spPr>
            <a:xfrm>
              <a:off x="5420160" y="3628800"/>
              <a:ext cx="97200" cy="24120"/>
            </a:xfrm>
            <a:custGeom>
              <a:rect b="b" l="l" r="r" t="t"/>
              <a:pathLst>
                <a:path extrusionOk="0" h="67" w="270">
                  <a:moveTo>
                    <a:pt x="258" y="67"/>
                  </a:moveTo>
                  <a:lnTo>
                    <a:pt x="13" y="67"/>
                  </a:lnTo>
                  <a:cubicBezTo>
                    <a:pt x="6" y="67"/>
                    <a:pt x="0" y="62"/>
                    <a:pt x="0" y="55"/>
                  </a:cubicBezTo>
                  <a:lnTo>
                    <a:pt x="0" y="12"/>
                  </a:lnTo>
                  <a:cubicBezTo>
                    <a:pt x="0" y="5"/>
                    <a:pt x="6" y="0"/>
                    <a:pt x="13" y="0"/>
                  </a:cubicBezTo>
                  <a:lnTo>
                    <a:pt x="258" y="0"/>
                  </a:lnTo>
                  <a:cubicBezTo>
                    <a:pt x="265" y="0"/>
                    <a:pt x="270" y="5"/>
                    <a:pt x="270" y="12"/>
                  </a:cubicBezTo>
                  <a:lnTo>
                    <a:pt x="270" y="55"/>
                  </a:lnTo>
                  <a:cubicBezTo>
                    <a:pt x="270" y="62"/>
                    <a:pt x="265" y="67"/>
                    <a:pt x="25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3" name="Google Shape;1303;p43"/>
            <p:cNvSpPr/>
            <p:nvPr/>
          </p:nvSpPr>
          <p:spPr>
            <a:xfrm>
              <a:off x="5505120" y="3434760"/>
              <a:ext cx="60480" cy="60480"/>
            </a:xfrm>
            <a:custGeom>
              <a:rect b="b" l="l" r="r" t="t"/>
              <a:pathLst>
                <a:path extrusionOk="0" h="168" w="168">
                  <a:moveTo>
                    <a:pt x="165" y="164"/>
                  </a:moveTo>
                  <a:lnTo>
                    <a:pt x="4" y="3"/>
                  </a:lnTo>
                  <a:cubicBezTo>
                    <a:pt x="3" y="2"/>
                    <a:pt x="2" y="1"/>
                    <a:pt x="0" y="0"/>
                  </a:cubicBezTo>
                  <a:lnTo>
                    <a:pt x="0" y="156"/>
                  </a:lnTo>
                  <a:cubicBezTo>
                    <a:pt x="0" y="162"/>
                    <a:pt x="6" y="168"/>
                    <a:pt x="13" y="168"/>
                  </a:cubicBezTo>
                  <a:lnTo>
                    <a:pt x="168" y="168"/>
                  </a:lnTo>
                  <a:cubicBezTo>
                    <a:pt x="167" y="166"/>
                    <a:pt x="166" y="165"/>
                    <a:pt x="165" y="164"/>
                  </a:cubicBezTo>
                  <a:close/>
                </a:path>
              </a:pathLst>
            </a:custGeom>
            <a:solidFill>
              <a:srgbClr val="DDFBFC"/>
            </a:solidFill>
            <a:ln>
              <a:noFill/>
            </a:ln>
          </p:spPr>
          <p:txBody>
            <a:bodyPr anchorCtr="1" anchor="ctr" bIns="15475" lIns="90000" spcFirstLastPara="1" rIns="90000" wrap="square" tIns="15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4" name="Google Shape;1304;p43"/>
            <p:cNvSpPr/>
            <p:nvPr/>
          </p:nvSpPr>
          <p:spPr>
            <a:xfrm>
              <a:off x="5359680" y="3719160"/>
              <a:ext cx="24120" cy="36720"/>
            </a:xfrm>
            <a:custGeom>
              <a:rect b="b" l="l" r="r" t="t"/>
              <a:pathLst>
                <a:path extrusionOk="0" h="102" w="67">
                  <a:moveTo>
                    <a:pt x="0" y="0"/>
                  </a:moveTo>
                  <a:lnTo>
                    <a:pt x="67" y="0"/>
                  </a:lnTo>
                  <a:lnTo>
                    <a:pt x="67" y="102"/>
                  </a:lnTo>
                  <a:lnTo>
                    <a:pt x="0" y="102"/>
                  </a:lnTo>
                  <a:lnTo>
                    <a:pt x="0" y="0"/>
                  </a:ln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5" name="Google Shape;1305;p43"/>
            <p:cNvSpPr/>
            <p:nvPr/>
          </p:nvSpPr>
          <p:spPr>
            <a:xfrm>
              <a:off x="5292720" y="3567960"/>
              <a:ext cx="158040" cy="157320"/>
            </a:xfrm>
            <a:custGeom>
              <a:rect b="b" l="l" r="r" t="t"/>
              <a:pathLst>
                <a:path extrusionOk="0" h="437" w="439">
                  <a:moveTo>
                    <a:pt x="439" y="219"/>
                  </a:moveTo>
                  <a:cubicBezTo>
                    <a:pt x="439" y="339"/>
                    <a:pt x="340" y="437"/>
                    <a:pt x="219" y="437"/>
                  </a:cubicBezTo>
                  <a:cubicBezTo>
                    <a:pt x="98" y="437"/>
                    <a:pt x="0" y="339"/>
                    <a:pt x="0" y="219"/>
                  </a:cubicBezTo>
                  <a:cubicBezTo>
                    <a:pt x="0" y="98"/>
                    <a:pt x="98" y="0"/>
                    <a:pt x="219" y="0"/>
                  </a:cubicBezTo>
                  <a:cubicBezTo>
                    <a:pt x="340" y="0"/>
                    <a:pt x="439" y="98"/>
                    <a:pt x="439" y="219"/>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6" name="Google Shape;1306;p43"/>
            <p:cNvSpPr/>
            <p:nvPr/>
          </p:nvSpPr>
          <p:spPr>
            <a:xfrm>
              <a:off x="5317200" y="3592440"/>
              <a:ext cx="109080" cy="108720"/>
            </a:xfrm>
            <a:custGeom>
              <a:rect b="b" l="l" r="r" t="t"/>
              <a:pathLst>
                <a:path extrusionOk="0" h="302" w="303">
                  <a:moveTo>
                    <a:pt x="303" y="151"/>
                  </a:moveTo>
                  <a:cubicBezTo>
                    <a:pt x="303" y="235"/>
                    <a:pt x="235" y="302"/>
                    <a:pt x="151" y="302"/>
                  </a:cubicBezTo>
                  <a:cubicBezTo>
                    <a:pt x="68" y="302"/>
                    <a:pt x="0" y="235"/>
                    <a:pt x="0" y="151"/>
                  </a:cubicBezTo>
                  <a:cubicBezTo>
                    <a:pt x="0" y="67"/>
                    <a:pt x="68" y="0"/>
                    <a:pt x="151" y="0"/>
                  </a:cubicBezTo>
                  <a:cubicBezTo>
                    <a:pt x="235" y="0"/>
                    <a:pt x="303" y="67"/>
                    <a:pt x="303" y="151"/>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7" name="Google Shape;1307;p43"/>
            <p:cNvSpPr/>
            <p:nvPr/>
          </p:nvSpPr>
          <p:spPr>
            <a:xfrm>
              <a:off x="5347440" y="3749760"/>
              <a:ext cx="48600" cy="48600"/>
            </a:xfrm>
            <a:custGeom>
              <a:rect b="b" l="l" r="r" t="t"/>
              <a:pathLst>
                <a:path extrusionOk="0" h="135" w="135">
                  <a:moveTo>
                    <a:pt x="123" y="0"/>
                  </a:moveTo>
                  <a:lnTo>
                    <a:pt x="12" y="0"/>
                  </a:lnTo>
                  <a:cubicBezTo>
                    <a:pt x="5" y="0"/>
                    <a:pt x="0" y="5"/>
                    <a:pt x="0" y="12"/>
                  </a:cubicBezTo>
                  <a:lnTo>
                    <a:pt x="0" y="123"/>
                  </a:lnTo>
                  <a:cubicBezTo>
                    <a:pt x="0" y="129"/>
                    <a:pt x="5" y="135"/>
                    <a:pt x="12" y="135"/>
                  </a:cubicBezTo>
                  <a:lnTo>
                    <a:pt x="123" y="135"/>
                  </a:lnTo>
                  <a:cubicBezTo>
                    <a:pt x="129" y="135"/>
                    <a:pt x="135" y="129"/>
                    <a:pt x="135" y="123"/>
                  </a:cubicBezTo>
                  <a:lnTo>
                    <a:pt x="135" y="12"/>
                  </a:lnTo>
                  <a:cubicBezTo>
                    <a:pt x="135" y="5"/>
                    <a:pt x="129" y="0"/>
                    <a:pt x="123" y="0"/>
                  </a:cubicBezTo>
                  <a:close/>
                </a:path>
              </a:pathLst>
            </a:custGeom>
            <a:solidFill>
              <a:srgbClr val="EB6E80"/>
            </a:solidFill>
            <a:ln>
              <a:noFill/>
            </a:ln>
          </p:spPr>
          <p:txBody>
            <a:bodyPr anchorCtr="1" anchor="ctr" bIns="3600" lIns="90000" spcFirstLastPara="1" rIns="90000" wrap="square" tIns="3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8" name="Google Shape;1308;p43"/>
            <p:cNvSpPr/>
            <p:nvPr/>
          </p:nvSpPr>
          <p:spPr>
            <a:xfrm>
              <a:off x="5311440" y="3586680"/>
              <a:ext cx="120240" cy="119880"/>
            </a:xfrm>
            <a:custGeom>
              <a:rect b="b" l="l" r="r" t="t"/>
              <a:pathLst>
                <a:path extrusionOk="0" h="333" w="334">
                  <a:moveTo>
                    <a:pt x="167" y="31"/>
                  </a:moveTo>
                  <a:cubicBezTo>
                    <a:pt x="243" y="31"/>
                    <a:pt x="304" y="92"/>
                    <a:pt x="304" y="167"/>
                  </a:cubicBezTo>
                  <a:cubicBezTo>
                    <a:pt x="304" y="243"/>
                    <a:pt x="243" y="303"/>
                    <a:pt x="167" y="303"/>
                  </a:cubicBezTo>
                  <a:cubicBezTo>
                    <a:pt x="92" y="303"/>
                    <a:pt x="31" y="243"/>
                    <a:pt x="31" y="167"/>
                  </a:cubicBezTo>
                  <a:cubicBezTo>
                    <a:pt x="31" y="92"/>
                    <a:pt x="92" y="31"/>
                    <a:pt x="167" y="31"/>
                  </a:cubicBezTo>
                  <a:moveTo>
                    <a:pt x="167" y="333"/>
                  </a:moveTo>
                  <a:cubicBezTo>
                    <a:pt x="260" y="333"/>
                    <a:pt x="334" y="259"/>
                    <a:pt x="334" y="167"/>
                  </a:cubicBezTo>
                  <a:cubicBezTo>
                    <a:pt x="334" y="75"/>
                    <a:pt x="260" y="0"/>
                    <a:pt x="167" y="0"/>
                  </a:cubicBezTo>
                  <a:cubicBezTo>
                    <a:pt x="75" y="0"/>
                    <a:pt x="0" y="75"/>
                    <a:pt x="0" y="167"/>
                  </a:cubicBezTo>
                  <a:cubicBezTo>
                    <a:pt x="0" y="259"/>
                    <a:pt x="75" y="333"/>
                    <a:pt x="167" y="333"/>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09" name="Google Shape;1309;p43"/>
            <p:cNvSpPr/>
            <p:nvPr/>
          </p:nvSpPr>
          <p:spPr>
            <a:xfrm>
              <a:off x="5287320" y="3429000"/>
              <a:ext cx="284040" cy="374760"/>
            </a:xfrm>
            <a:custGeom>
              <a:rect b="b" l="l" r="r" t="t"/>
              <a:pathLst>
                <a:path extrusionOk="0" h="1041" w="789">
                  <a:moveTo>
                    <a:pt x="621" y="169"/>
                  </a:moveTo>
                  <a:lnTo>
                    <a:pt x="621" y="52"/>
                  </a:lnTo>
                  <a:lnTo>
                    <a:pt x="737" y="169"/>
                  </a:lnTo>
                  <a:lnTo>
                    <a:pt x="621" y="169"/>
                  </a:lnTo>
                  <a:moveTo>
                    <a:pt x="253" y="839"/>
                  </a:moveTo>
                  <a:lnTo>
                    <a:pt x="253" y="876"/>
                  </a:lnTo>
                  <a:lnTo>
                    <a:pt x="216" y="876"/>
                  </a:lnTo>
                  <a:lnTo>
                    <a:pt x="216" y="839"/>
                  </a:lnTo>
                  <a:lnTo>
                    <a:pt x="234" y="839"/>
                  </a:lnTo>
                  <a:lnTo>
                    <a:pt x="234" y="839"/>
                  </a:lnTo>
                  <a:lnTo>
                    <a:pt x="235" y="839"/>
                  </a:lnTo>
                  <a:lnTo>
                    <a:pt x="253" y="839"/>
                  </a:lnTo>
                  <a:moveTo>
                    <a:pt x="287" y="926"/>
                  </a:moveTo>
                  <a:lnTo>
                    <a:pt x="182" y="926"/>
                  </a:lnTo>
                  <a:lnTo>
                    <a:pt x="182" y="906"/>
                  </a:lnTo>
                  <a:lnTo>
                    <a:pt x="201" y="906"/>
                  </a:lnTo>
                  <a:lnTo>
                    <a:pt x="201" y="906"/>
                  </a:lnTo>
                  <a:lnTo>
                    <a:pt x="268" y="906"/>
                  </a:lnTo>
                  <a:lnTo>
                    <a:pt x="268" y="906"/>
                  </a:lnTo>
                  <a:lnTo>
                    <a:pt x="287" y="906"/>
                  </a:lnTo>
                  <a:lnTo>
                    <a:pt x="287" y="926"/>
                  </a:lnTo>
                  <a:moveTo>
                    <a:pt x="182" y="957"/>
                  </a:moveTo>
                  <a:lnTo>
                    <a:pt x="287" y="957"/>
                  </a:lnTo>
                  <a:lnTo>
                    <a:pt x="287" y="1010"/>
                  </a:lnTo>
                  <a:lnTo>
                    <a:pt x="182" y="1010"/>
                  </a:lnTo>
                  <a:lnTo>
                    <a:pt x="182" y="957"/>
                  </a:lnTo>
                  <a:moveTo>
                    <a:pt x="31" y="605"/>
                  </a:moveTo>
                  <a:cubicBezTo>
                    <a:pt x="31" y="493"/>
                    <a:pt x="122" y="401"/>
                    <a:pt x="234" y="401"/>
                  </a:cubicBezTo>
                  <a:cubicBezTo>
                    <a:pt x="347" y="401"/>
                    <a:pt x="438" y="493"/>
                    <a:pt x="438" y="605"/>
                  </a:cubicBezTo>
                  <a:cubicBezTo>
                    <a:pt x="438" y="717"/>
                    <a:pt x="347" y="808"/>
                    <a:pt x="235" y="808"/>
                  </a:cubicBezTo>
                  <a:lnTo>
                    <a:pt x="234" y="808"/>
                  </a:lnTo>
                  <a:cubicBezTo>
                    <a:pt x="122" y="808"/>
                    <a:pt x="31" y="717"/>
                    <a:pt x="31" y="605"/>
                  </a:cubicBezTo>
                  <a:moveTo>
                    <a:pt x="691" y="435"/>
                  </a:moveTo>
                  <a:lnTo>
                    <a:pt x="691" y="472"/>
                  </a:lnTo>
                  <a:lnTo>
                    <a:pt x="427" y="472"/>
                  </a:lnTo>
                  <a:cubicBezTo>
                    <a:pt x="418" y="459"/>
                    <a:pt x="407" y="446"/>
                    <a:pt x="396" y="435"/>
                  </a:cubicBezTo>
                  <a:lnTo>
                    <a:pt x="691" y="435"/>
                  </a:lnTo>
                  <a:moveTo>
                    <a:pt x="624" y="570"/>
                  </a:moveTo>
                  <a:lnTo>
                    <a:pt x="624" y="607"/>
                  </a:lnTo>
                  <a:lnTo>
                    <a:pt x="469" y="607"/>
                  </a:lnTo>
                  <a:cubicBezTo>
                    <a:pt x="469" y="606"/>
                    <a:pt x="469" y="606"/>
                    <a:pt x="469" y="605"/>
                  </a:cubicBezTo>
                  <a:cubicBezTo>
                    <a:pt x="469" y="593"/>
                    <a:pt x="468" y="582"/>
                    <a:pt x="466" y="570"/>
                  </a:cubicBezTo>
                  <a:lnTo>
                    <a:pt x="624" y="570"/>
                  </a:lnTo>
                  <a:moveTo>
                    <a:pt x="789" y="183"/>
                  </a:moveTo>
                  <a:lnTo>
                    <a:pt x="789" y="183"/>
                  </a:lnTo>
                  <a:cubicBezTo>
                    <a:pt x="789" y="182"/>
                    <a:pt x="789" y="181"/>
                    <a:pt x="789" y="181"/>
                  </a:cubicBezTo>
                  <a:lnTo>
                    <a:pt x="789" y="181"/>
                  </a:lnTo>
                  <a:cubicBezTo>
                    <a:pt x="789" y="180"/>
                    <a:pt x="789" y="179"/>
                    <a:pt x="788" y="179"/>
                  </a:cubicBezTo>
                  <a:lnTo>
                    <a:pt x="788" y="178"/>
                  </a:lnTo>
                  <a:cubicBezTo>
                    <a:pt x="788" y="178"/>
                    <a:pt x="788" y="177"/>
                    <a:pt x="787" y="177"/>
                  </a:cubicBezTo>
                  <a:lnTo>
                    <a:pt x="787" y="177"/>
                  </a:lnTo>
                  <a:cubicBezTo>
                    <a:pt x="787" y="176"/>
                    <a:pt x="787" y="175"/>
                    <a:pt x="786" y="175"/>
                  </a:cubicBezTo>
                  <a:lnTo>
                    <a:pt x="786" y="175"/>
                  </a:lnTo>
                  <a:cubicBezTo>
                    <a:pt x="786" y="174"/>
                    <a:pt x="785" y="173"/>
                    <a:pt x="785" y="173"/>
                  </a:cubicBezTo>
                  <a:lnTo>
                    <a:pt x="616" y="4"/>
                  </a:lnTo>
                  <a:lnTo>
                    <a:pt x="616" y="4"/>
                  </a:lnTo>
                  <a:cubicBezTo>
                    <a:pt x="616" y="4"/>
                    <a:pt x="615" y="4"/>
                    <a:pt x="615" y="3"/>
                  </a:cubicBezTo>
                  <a:cubicBezTo>
                    <a:pt x="614" y="3"/>
                    <a:pt x="614" y="3"/>
                    <a:pt x="614" y="3"/>
                  </a:cubicBezTo>
                  <a:cubicBezTo>
                    <a:pt x="614" y="2"/>
                    <a:pt x="613" y="2"/>
                    <a:pt x="613" y="2"/>
                  </a:cubicBezTo>
                  <a:cubicBezTo>
                    <a:pt x="612" y="2"/>
                    <a:pt x="612" y="2"/>
                    <a:pt x="612" y="2"/>
                  </a:cubicBezTo>
                  <a:cubicBezTo>
                    <a:pt x="612" y="1"/>
                    <a:pt x="611" y="1"/>
                    <a:pt x="611" y="1"/>
                  </a:cubicBezTo>
                  <a:lnTo>
                    <a:pt x="610" y="1"/>
                  </a:lnTo>
                  <a:cubicBezTo>
                    <a:pt x="610" y="1"/>
                    <a:pt x="609" y="0"/>
                    <a:pt x="608" y="0"/>
                  </a:cubicBezTo>
                  <a:lnTo>
                    <a:pt x="608" y="0"/>
                  </a:lnTo>
                  <a:cubicBezTo>
                    <a:pt x="608" y="0"/>
                    <a:pt x="607" y="0"/>
                    <a:pt x="606" y="0"/>
                  </a:cubicBezTo>
                  <a:lnTo>
                    <a:pt x="606" y="0"/>
                  </a:lnTo>
                  <a:lnTo>
                    <a:pt x="605" y="0"/>
                  </a:lnTo>
                  <a:lnTo>
                    <a:pt x="234" y="0"/>
                  </a:lnTo>
                  <a:cubicBezTo>
                    <a:pt x="226" y="0"/>
                    <a:pt x="219" y="7"/>
                    <a:pt x="219" y="15"/>
                  </a:cubicBezTo>
                  <a:lnTo>
                    <a:pt x="219" y="103"/>
                  </a:lnTo>
                  <a:cubicBezTo>
                    <a:pt x="219" y="111"/>
                    <a:pt x="226" y="118"/>
                    <a:pt x="234" y="118"/>
                  </a:cubicBezTo>
                  <a:cubicBezTo>
                    <a:pt x="243" y="118"/>
                    <a:pt x="250" y="111"/>
                    <a:pt x="250" y="103"/>
                  </a:cubicBezTo>
                  <a:lnTo>
                    <a:pt x="250" y="31"/>
                  </a:lnTo>
                  <a:lnTo>
                    <a:pt x="590" y="31"/>
                  </a:lnTo>
                  <a:lnTo>
                    <a:pt x="590" y="184"/>
                  </a:lnTo>
                  <a:cubicBezTo>
                    <a:pt x="590" y="192"/>
                    <a:pt x="597" y="199"/>
                    <a:pt x="605" y="199"/>
                  </a:cubicBezTo>
                  <a:lnTo>
                    <a:pt x="759" y="199"/>
                  </a:lnTo>
                  <a:lnTo>
                    <a:pt x="759" y="774"/>
                  </a:lnTo>
                  <a:lnTo>
                    <a:pt x="396" y="774"/>
                  </a:lnTo>
                  <a:cubicBezTo>
                    <a:pt x="433" y="739"/>
                    <a:pt x="459" y="691"/>
                    <a:pt x="467" y="637"/>
                  </a:cubicBezTo>
                  <a:lnTo>
                    <a:pt x="639" y="637"/>
                  </a:lnTo>
                  <a:cubicBezTo>
                    <a:pt x="647" y="637"/>
                    <a:pt x="654" y="631"/>
                    <a:pt x="654" y="622"/>
                  </a:cubicBezTo>
                  <a:lnTo>
                    <a:pt x="654" y="555"/>
                  </a:lnTo>
                  <a:cubicBezTo>
                    <a:pt x="654" y="546"/>
                    <a:pt x="647" y="539"/>
                    <a:pt x="639" y="539"/>
                  </a:cubicBezTo>
                  <a:lnTo>
                    <a:pt x="459" y="539"/>
                  </a:lnTo>
                  <a:cubicBezTo>
                    <a:pt x="456" y="527"/>
                    <a:pt x="451" y="514"/>
                    <a:pt x="445" y="503"/>
                  </a:cubicBezTo>
                  <a:lnTo>
                    <a:pt x="707" y="503"/>
                  </a:lnTo>
                  <a:cubicBezTo>
                    <a:pt x="715" y="503"/>
                    <a:pt x="722" y="496"/>
                    <a:pt x="722" y="487"/>
                  </a:cubicBezTo>
                  <a:lnTo>
                    <a:pt x="722" y="420"/>
                  </a:lnTo>
                  <a:cubicBezTo>
                    <a:pt x="722" y="411"/>
                    <a:pt x="715" y="405"/>
                    <a:pt x="707" y="405"/>
                  </a:cubicBezTo>
                  <a:lnTo>
                    <a:pt x="355" y="405"/>
                  </a:lnTo>
                  <a:cubicBezTo>
                    <a:pt x="324" y="386"/>
                    <a:pt x="288" y="374"/>
                    <a:pt x="250" y="371"/>
                  </a:cubicBezTo>
                  <a:lnTo>
                    <a:pt x="250" y="164"/>
                  </a:lnTo>
                  <a:cubicBezTo>
                    <a:pt x="250" y="155"/>
                    <a:pt x="243" y="148"/>
                    <a:pt x="234" y="148"/>
                  </a:cubicBezTo>
                  <a:cubicBezTo>
                    <a:pt x="226" y="148"/>
                    <a:pt x="219" y="155"/>
                    <a:pt x="219" y="164"/>
                  </a:cubicBezTo>
                  <a:lnTo>
                    <a:pt x="219" y="371"/>
                  </a:lnTo>
                  <a:cubicBezTo>
                    <a:pt x="97" y="379"/>
                    <a:pt x="0" y="481"/>
                    <a:pt x="0" y="605"/>
                  </a:cubicBezTo>
                  <a:cubicBezTo>
                    <a:pt x="0" y="717"/>
                    <a:pt x="80" y="811"/>
                    <a:pt x="185" y="834"/>
                  </a:cubicBezTo>
                  <a:lnTo>
                    <a:pt x="185" y="876"/>
                  </a:lnTo>
                  <a:lnTo>
                    <a:pt x="167" y="876"/>
                  </a:lnTo>
                  <a:cubicBezTo>
                    <a:pt x="159" y="876"/>
                    <a:pt x="152" y="882"/>
                    <a:pt x="152" y="891"/>
                  </a:cubicBezTo>
                  <a:lnTo>
                    <a:pt x="152" y="1026"/>
                  </a:lnTo>
                  <a:cubicBezTo>
                    <a:pt x="152" y="1034"/>
                    <a:pt x="159" y="1041"/>
                    <a:pt x="167" y="1041"/>
                  </a:cubicBezTo>
                  <a:lnTo>
                    <a:pt x="302" y="1041"/>
                  </a:lnTo>
                  <a:cubicBezTo>
                    <a:pt x="310" y="1041"/>
                    <a:pt x="317" y="1034"/>
                    <a:pt x="317" y="1026"/>
                  </a:cubicBezTo>
                  <a:lnTo>
                    <a:pt x="317" y="891"/>
                  </a:lnTo>
                  <a:cubicBezTo>
                    <a:pt x="317" y="882"/>
                    <a:pt x="310" y="876"/>
                    <a:pt x="302" y="876"/>
                  </a:cubicBezTo>
                  <a:lnTo>
                    <a:pt x="283" y="876"/>
                  </a:lnTo>
                  <a:lnTo>
                    <a:pt x="283" y="834"/>
                  </a:lnTo>
                  <a:cubicBezTo>
                    <a:pt x="309" y="828"/>
                    <a:pt x="334" y="818"/>
                    <a:pt x="355" y="805"/>
                  </a:cubicBezTo>
                  <a:lnTo>
                    <a:pt x="774" y="805"/>
                  </a:lnTo>
                  <a:cubicBezTo>
                    <a:pt x="782" y="805"/>
                    <a:pt x="789" y="798"/>
                    <a:pt x="789" y="790"/>
                  </a:cubicBezTo>
                  <a:lnTo>
                    <a:pt x="789" y="184"/>
                  </a:lnTo>
                  <a:lnTo>
                    <a:pt x="789" y="183"/>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0" name="Google Shape;1310;p43"/>
            <p:cNvSpPr/>
            <p:nvPr/>
          </p:nvSpPr>
          <p:spPr>
            <a:xfrm>
              <a:off x="5390640" y="3453120"/>
              <a:ext cx="47160" cy="47520"/>
            </a:xfrm>
            <a:custGeom>
              <a:rect b="b" l="l" r="r" t="t"/>
              <a:pathLst>
                <a:path extrusionOk="0" h="132" w="131">
                  <a:moveTo>
                    <a:pt x="30" y="31"/>
                  </a:moveTo>
                  <a:lnTo>
                    <a:pt x="101" y="31"/>
                  </a:lnTo>
                  <a:lnTo>
                    <a:pt x="101" y="102"/>
                  </a:lnTo>
                  <a:lnTo>
                    <a:pt x="30" y="102"/>
                  </a:lnTo>
                  <a:lnTo>
                    <a:pt x="30" y="31"/>
                  </a:lnTo>
                  <a:moveTo>
                    <a:pt x="15" y="132"/>
                  </a:moveTo>
                  <a:lnTo>
                    <a:pt x="116" y="132"/>
                  </a:lnTo>
                  <a:cubicBezTo>
                    <a:pt x="124" y="132"/>
                    <a:pt x="131" y="125"/>
                    <a:pt x="131" y="117"/>
                  </a:cubicBezTo>
                  <a:lnTo>
                    <a:pt x="131" y="16"/>
                  </a:lnTo>
                  <a:cubicBezTo>
                    <a:pt x="131" y="7"/>
                    <a:pt x="124" y="0"/>
                    <a:pt x="116" y="0"/>
                  </a:cubicBezTo>
                  <a:lnTo>
                    <a:pt x="15" y="0"/>
                  </a:lnTo>
                  <a:cubicBezTo>
                    <a:pt x="6" y="0"/>
                    <a:pt x="0" y="7"/>
                    <a:pt x="0" y="16"/>
                  </a:cubicBezTo>
                  <a:lnTo>
                    <a:pt x="0" y="117"/>
                  </a:lnTo>
                  <a:cubicBezTo>
                    <a:pt x="0" y="125"/>
                    <a:pt x="6" y="132"/>
                    <a:pt x="15" y="132"/>
                  </a:cubicBezTo>
                  <a:close/>
                </a:path>
              </a:pathLst>
            </a:custGeom>
            <a:solidFill>
              <a:srgbClr val="3C2C31"/>
            </a:solidFill>
            <a:ln>
              <a:noFill/>
            </a:ln>
          </p:spPr>
          <p:txBody>
            <a:bodyPr anchorCtr="1" anchor="ctr" bIns="2500" lIns="90000" spcFirstLastPara="1" rIns="90000" wrap="square" tIns="25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11" name="Google Shape;1311;p43"/>
            <p:cNvSpPr/>
            <p:nvPr/>
          </p:nvSpPr>
          <p:spPr>
            <a:xfrm>
              <a:off x="5390640" y="3526200"/>
              <a:ext cx="156600" cy="35280"/>
            </a:xfrm>
            <a:custGeom>
              <a:rect b="b" l="l" r="r" t="t"/>
              <a:pathLst>
                <a:path extrusionOk="0" h="98" w="435">
                  <a:moveTo>
                    <a:pt x="30" y="30"/>
                  </a:moveTo>
                  <a:lnTo>
                    <a:pt x="404" y="30"/>
                  </a:lnTo>
                  <a:lnTo>
                    <a:pt x="404" y="67"/>
                  </a:lnTo>
                  <a:lnTo>
                    <a:pt x="30" y="67"/>
                  </a:lnTo>
                  <a:lnTo>
                    <a:pt x="30" y="30"/>
                  </a:lnTo>
                  <a:moveTo>
                    <a:pt x="0" y="82"/>
                  </a:moveTo>
                  <a:cubicBezTo>
                    <a:pt x="0" y="91"/>
                    <a:pt x="6" y="98"/>
                    <a:pt x="15" y="98"/>
                  </a:cubicBezTo>
                  <a:lnTo>
                    <a:pt x="420" y="98"/>
                  </a:lnTo>
                  <a:cubicBezTo>
                    <a:pt x="428" y="98"/>
                    <a:pt x="435" y="91"/>
                    <a:pt x="435" y="82"/>
                  </a:cubicBezTo>
                  <a:lnTo>
                    <a:pt x="435" y="15"/>
                  </a:lnTo>
                  <a:cubicBezTo>
                    <a:pt x="435" y="7"/>
                    <a:pt x="428" y="0"/>
                    <a:pt x="420" y="0"/>
                  </a:cubicBezTo>
                  <a:lnTo>
                    <a:pt x="15" y="0"/>
                  </a:lnTo>
                  <a:cubicBezTo>
                    <a:pt x="6" y="0"/>
                    <a:pt x="0" y="7"/>
                    <a:pt x="0" y="15"/>
                  </a:cubicBezTo>
                  <a:lnTo>
                    <a:pt x="0" y="82"/>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312" name="Google Shape;1312;p43"/>
          <p:cNvGrpSpPr/>
          <p:nvPr/>
        </p:nvGrpSpPr>
        <p:grpSpPr>
          <a:xfrm>
            <a:off x="1692636" y="1829854"/>
            <a:ext cx="433124" cy="548649"/>
            <a:chOff x="1858680" y="4154760"/>
            <a:chExt cx="299160" cy="371160"/>
          </a:xfrm>
        </p:grpSpPr>
        <p:sp>
          <p:nvSpPr>
            <p:cNvPr id="1313" name="Google Shape;1313;p43"/>
            <p:cNvSpPr/>
            <p:nvPr/>
          </p:nvSpPr>
          <p:spPr>
            <a:xfrm>
              <a:off x="1960200" y="4160160"/>
              <a:ext cx="192240" cy="276480"/>
            </a:xfrm>
            <a:custGeom>
              <a:rect b="b" l="l" r="r" t="t"/>
              <a:pathLst>
                <a:path extrusionOk="0" h="768" w="534">
                  <a:moveTo>
                    <a:pt x="0" y="117"/>
                  </a:moveTo>
                  <a:lnTo>
                    <a:pt x="0" y="12"/>
                  </a:lnTo>
                  <a:cubicBezTo>
                    <a:pt x="0" y="5"/>
                    <a:pt x="6" y="0"/>
                    <a:pt x="12" y="0"/>
                  </a:cubicBezTo>
                  <a:lnTo>
                    <a:pt x="522" y="0"/>
                  </a:lnTo>
                  <a:cubicBezTo>
                    <a:pt x="529" y="0"/>
                    <a:pt x="534" y="5"/>
                    <a:pt x="534" y="12"/>
                  </a:cubicBezTo>
                  <a:lnTo>
                    <a:pt x="534" y="756"/>
                  </a:lnTo>
                  <a:cubicBezTo>
                    <a:pt x="534" y="762"/>
                    <a:pt x="529" y="768"/>
                    <a:pt x="522" y="768"/>
                  </a:cubicBezTo>
                  <a:lnTo>
                    <a:pt x="401" y="768"/>
                  </a:lnTo>
                  <a:lnTo>
                    <a:pt x="0" y="117"/>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4" name="Google Shape;1314;p43"/>
            <p:cNvSpPr/>
            <p:nvPr/>
          </p:nvSpPr>
          <p:spPr>
            <a:xfrm>
              <a:off x="1912320" y="4202280"/>
              <a:ext cx="192240" cy="276120"/>
            </a:xfrm>
            <a:custGeom>
              <a:rect b="b" l="l" r="r" t="t"/>
              <a:pathLst>
                <a:path extrusionOk="0" h="767" w="534">
                  <a:moveTo>
                    <a:pt x="0" y="117"/>
                  </a:moveTo>
                  <a:lnTo>
                    <a:pt x="0" y="12"/>
                  </a:lnTo>
                  <a:cubicBezTo>
                    <a:pt x="0" y="5"/>
                    <a:pt x="5" y="0"/>
                    <a:pt x="12" y="0"/>
                  </a:cubicBezTo>
                  <a:lnTo>
                    <a:pt x="522" y="0"/>
                  </a:lnTo>
                  <a:cubicBezTo>
                    <a:pt x="528" y="0"/>
                    <a:pt x="534" y="5"/>
                    <a:pt x="534" y="12"/>
                  </a:cubicBezTo>
                  <a:lnTo>
                    <a:pt x="534" y="755"/>
                  </a:lnTo>
                  <a:cubicBezTo>
                    <a:pt x="534" y="762"/>
                    <a:pt x="528" y="767"/>
                    <a:pt x="522" y="767"/>
                  </a:cubicBezTo>
                  <a:lnTo>
                    <a:pt x="400" y="767"/>
                  </a:lnTo>
                  <a:lnTo>
                    <a:pt x="0" y="117"/>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5" name="Google Shape;1315;p43"/>
            <p:cNvSpPr/>
            <p:nvPr/>
          </p:nvSpPr>
          <p:spPr>
            <a:xfrm>
              <a:off x="1864080" y="4244400"/>
              <a:ext cx="192240" cy="276120"/>
            </a:xfrm>
            <a:custGeom>
              <a:rect b="b" l="l" r="r" t="t"/>
              <a:pathLst>
                <a:path extrusionOk="0" h="767" w="534">
                  <a:moveTo>
                    <a:pt x="534" y="171"/>
                  </a:moveTo>
                  <a:lnTo>
                    <a:pt x="534" y="755"/>
                  </a:lnTo>
                  <a:cubicBezTo>
                    <a:pt x="534" y="762"/>
                    <a:pt x="529" y="767"/>
                    <a:pt x="522" y="767"/>
                  </a:cubicBezTo>
                  <a:lnTo>
                    <a:pt x="0" y="767"/>
                  </a:lnTo>
                  <a:lnTo>
                    <a:pt x="0" y="12"/>
                  </a:lnTo>
                  <a:cubicBezTo>
                    <a:pt x="0" y="5"/>
                    <a:pt x="6" y="0"/>
                    <a:pt x="12" y="0"/>
                  </a:cubicBezTo>
                  <a:lnTo>
                    <a:pt x="362" y="0"/>
                  </a:lnTo>
                  <a:cubicBezTo>
                    <a:pt x="366" y="0"/>
                    <a:pt x="369" y="1"/>
                    <a:pt x="371" y="3"/>
                  </a:cubicBezTo>
                  <a:lnTo>
                    <a:pt x="531" y="163"/>
                  </a:lnTo>
                  <a:cubicBezTo>
                    <a:pt x="533" y="165"/>
                    <a:pt x="534" y="168"/>
                    <a:pt x="534" y="171"/>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6" name="Google Shape;1316;p43"/>
            <p:cNvSpPr/>
            <p:nvPr/>
          </p:nvSpPr>
          <p:spPr>
            <a:xfrm>
              <a:off x="1888200" y="4340520"/>
              <a:ext cx="144360" cy="23760"/>
            </a:xfrm>
            <a:custGeom>
              <a:rect b="b" l="l" r="r" t="t"/>
              <a:pathLst>
                <a:path extrusionOk="0" h="66" w="401">
                  <a:moveTo>
                    <a:pt x="388" y="66"/>
                  </a:moveTo>
                  <a:lnTo>
                    <a:pt x="12" y="66"/>
                  </a:lnTo>
                  <a:cubicBezTo>
                    <a:pt x="5" y="66"/>
                    <a:pt x="0" y="61"/>
                    <a:pt x="0" y="54"/>
                  </a:cubicBezTo>
                  <a:lnTo>
                    <a:pt x="0" y="12"/>
                  </a:lnTo>
                  <a:cubicBezTo>
                    <a:pt x="0" y="5"/>
                    <a:pt x="5" y="0"/>
                    <a:pt x="12" y="0"/>
                  </a:cubicBezTo>
                  <a:lnTo>
                    <a:pt x="388" y="0"/>
                  </a:lnTo>
                  <a:cubicBezTo>
                    <a:pt x="395" y="0"/>
                    <a:pt x="401" y="5"/>
                    <a:pt x="401" y="12"/>
                  </a:cubicBezTo>
                  <a:lnTo>
                    <a:pt x="401" y="54"/>
                  </a:lnTo>
                  <a:cubicBezTo>
                    <a:pt x="401" y="61"/>
                    <a:pt x="395" y="66"/>
                    <a:pt x="388" y="66"/>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7" name="Google Shape;1317;p43"/>
            <p:cNvSpPr/>
            <p:nvPr/>
          </p:nvSpPr>
          <p:spPr>
            <a:xfrm>
              <a:off x="1888200" y="4388400"/>
              <a:ext cx="144360" cy="24120"/>
            </a:xfrm>
            <a:custGeom>
              <a:rect b="b" l="l" r="r" t="t"/>
              <a:pathLst>
                <a:path extrusionOk="0" h="67" w="401">
                  <a:moveTo>
                    <a:pt x="388" y="67"/>
                  </a:moveTo>
                  <a:lnTo>
                    <a:pt x="12" y="67"/>
                  </a:lnTo>
                  <a:cubicBezTo>
                    <a:pt x="5" y="67"/>
                    <a:pt x="0" y="61"/>
                    <a:pt x="0" y="55"/>
                  </a:cubicBezTo>
                  <a:lnTo>
                    <a:pt x="0" y="12"/>
                  </a:lnTo>
                  <a:cubicBezTo>
                    <a:pt x="0" y="6"/>
                    <a:pt x="5" y="0"/>
                    <a:pt x="12" y="0"/>
                  </a:cubicBezTo>
                  <a:lnTo>
                    <a:pt x="388" y="0"/>
                  </a:lnTo>
                  <a:cubicBezTo>
                    <a:pt x="395" y="0"/>
                    <a:pt x="401" y="6"/>
                    <a:pt x="401" y="12"/>
                  </a:cubicBezTo>
                  <a:lnTo>
                    <a:pt x="401" y="55"/>
                  </a:lnTo>
                  <a:cubicBezTo>
                    <a:pt x="401" y="61"/>
                    <a:pt x="395" y="67"/>
                    <a:pt x="3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8" name="Google Shape;1318;p43"/>
            <p:cNvSpPr/>
            <p:nvPr/>
          </p:nvSpPr>
          <p:spPr>
            <a:xfrm>
              <a:off x="1912320" y="4436640"/>
              <a:ext cx="96120" cy="23760"/>
            </a:xfrm>
            <a:custGeom>
              <a:rect b="b" l="l" r="r" t="t"/>
              <a:pathLst>
                <a:path extrusionOk="0" h="66" w="267">
                  <a:moveTo>
                    <a:pt x="255" y="66"/>
                  </a:moveTo>
                  <a:lnTo>
                    <a:pt x="12" y="66"/>
                  </a:lnTo>
                  <a:cubicBezTo>
                    <a:pt x="5" y="66"/>
                    <a:pt x="0" y="61"/>
                    <a:pt x="0" y="54"/>
                  </a:cubicBezTo>
                  <a:lnTo>
                    <a:pt x="0" y="12"/>
                  </a:lnTo>
                  <a:cubicBezTo>
                    <a:pt x="0" y="5"/>
                    <a:pt x="5" y="0"/>
                    <a:pt x="12" y="0"/>
                  </a:cubicBezTo>
                  <a:lnTo>
                    <a:pt x="255" y="0"/>
                  </a:lnTo>
                  <a:cubicBezTo>
                    <a:pt x="261" y="0"/>
                    <a:pt x="267" y="5"/>
                    <a:pt x="267" y="12"/>
                  </a:cubicBezTo>
                  <a:lnTo>
                    <a:pt x="267" y="54"/>
                  </a:lnTo>
                  <a:cubicBezTo>
                    <a:pt x="267" y="61"/>
                    <a:pt x="261" y="66"/>
                    <a:pt x="255" y="66"/>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9" name="Google Shape;1319;p43"/>
            <p:cNvSpPr/>
            <p:nvPr/>
          </p:nvSpPr>
          <p:spPr>
            <a:xfrm>
              <a:off x="1996200" y="4244760"/>
              <a:ext cx="59760" cy="59400"/>
            </a:xfrm>
            <a:custGeom>
              <a:rect b="b" l="l" r="r" t="t"/>
              <a:pathLst>
                <a:path extrusionOk="0" h="165" w="166">
                  <a:moveTo>
                    <a:pt x="164" y="162"/>
                  </a:moveTo>
                  <a:lnTo>
                    <a:pt x="4" y="2"/>
                  </a:lnTo>
                  <a:cubicBezTo>
                    <a:pt x="3" y="1"/>
                    <a:pt x="2" y="0"/>
                    <a:pt x="0" y="0"/>
                  </a:cubicBezTo>
                  <a:lnTo>
                    <a:pt x="0" y="153"/>
                  </a:lnTo>
                  <a:cubicBezTo>
                    <a:pt x="0" y="160"/>
                    <a:pt x="6" y="165"/>
                    <a:pt x="13"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0" name="Google Shape;1320;p43"/>
            <p:cNvSpPr/>
            <p:nvPr/>
          </p:nvSpPr>
          <p:spPr>
            <a:xfrm>
              <a:off x="1858680" y="4154760"/>
              <a:ext cx="299160" cy="371160"/>
            </a:xfrm>
            <a:custGeom>
              <a:rect b="b" l="l" r="r" t="t"/>
              <a:pathLst>
                <a:path extrusionOk="0" h="1031" w="831">
                  <a:moveTo>
                    <a:pt x="698" y="768"/>
                  </a:moveTo>
                  <a:lnTo>
                    <a:pt x="698" y="132"/>
                  </a:lnTo>
                  <a:cubicBezTo>
                    <a:pt x="698" y="123"/>
                    <a:pt x="691" y="117"/>
                    <a:pt x="683" y="117"/>
                  </a:cubicBezTo>
                  <a:lnTo>
                    <a:pt x="297" y="117"/>
                  </a:lnTo>
                  <a:lnTo>
                    <a:pt x="297" y="30"/>
                  </a:lnTo>
                  <a:lnTo>
                    <a:pt x="801" y="30"/>
                  </a:lnTo>
                  <a:lnTo>
                    <a:pt x="801" y="768"/>
                  </a:lnTo>
                  <a:lnTo>
                    <a:pt x="698" y="768"/>
                  </a:lnTo>
                  <a:moveTo>
                    <a:pt x="668" y="884"/>
                  </a:moveTo>
                  <a:lnTo>
                    <a:pt x="564" y="884"/>
                  </a:lnTo>
                  <a:lnTo>
                    <a:pt x="564" y="416"/>
                  </a:lnTo>
                  <a:cubicBezTo>
                    <a:pt x="564" y="415"/>
                    <a:pt x="564" y="415"/>
                    <a:pt x="564" y="415"/>
                  </a:cubicBezTo>
                  <a:lnTo>
                    <a:pt x="564" y="414"/>
                  </a:lnTo>
                  <a:lnTo>
                    <a:pt x="564" y="413"/>
                  </a:lnTo>
                  <a:lnTo>
                    <a:pt x="564" y="413"/>
                  </a:lnTo>
                  <a:cubicBezTo>
                    <a:pt x="564" y="412"/>
                    <a:pt x="564" y="411"/>
                    <a:pt x="564" y="411"/>
                  </a:cubicBezTo>
                  <a:cubicBezTo>
                    <a:pt x="564" y="410"/>
                    <a:pt x="564" y="410"/>
                    <a:pt x="563" y="410"/>
                  </a:cubicBezTo>
                  <a:lnTo>
                    <a:pt x="563" y="409"/>
                  </a:lnTo>
                  <a:cubicBezTo>
                    <a:pt x="563" y="408"/>
                    <a:pt x="563" y="408"/>
                    <a:pt x="563" y="408"/>
                  </a:cubicBezTo>
                  <a:cubicBezTo>
                    <a:pt x="562" y="408"/>
                    <a:pt x="562" y="407"/>
                    <a:pt x="562" y="407"/>
                  </a:cubicBezTo>
                  <a:lnTo>
                    <a:pt x="561" y="406"/>
                  </a:lnTo>
                  <a:lnTo>
                    <a:pt x="560" y="405"/>
                  </a:lnTo>
                  <a:lnTo>
                    <a:pt x="393" y="238"/>
                  </a:lnTo>
                  <a:lnTo>
                    <a:pt x="393" y="238"/>
                  </a:lnTo>
                  <a:cubicBezTo>
                    <a:pt x="393" y="237"/>
                    <a:pt x="392" y="237"/>
                    <a:pt x="392" y="237"/>
                  </a:cubicBezTo>
                  <a:cubicBezTo>
                    <a:pt x="391" y="237"/>
                    <a:pt x="391" y="236"/>
                    <a:pt x="391" y="236"/>
                  </a:cubicBezTo>
                  <a:cubicBezTo>
                    <a:pt x="391" y="236"/>
                    <a:pt x="390" y="236"/>
                    <a:pt x="390" y="235"/>
                  </a:cubicBezTo>
                  <a:lnTo>
                    <a:pt x="389" y="235"/>
                  </a:lnTo>
                  <a:cubicBezTo>
                    <a:pt x="389" y="235"/>
                    <a:pt x="388" y="235"/>
                    <a:pt x="388" y="234"/>
                  </a:cubicBezTo>
                  <a:lnTo>
                    <a:pt x="387" y="234"/>
                  </a:lnTo>
                  <a:cubicBezTo>
                    <a:pt x="387" y="234"/>
                    <a:pt x="386" y="234"/>
                    <a:pt x="385" y="234"/>
                  </a:cubicBezTo>
                  <a:lnTo>
                    <a:pt x="385" y="234"/>
                  </a:lnTo>
                  <a:cubicBezTo>
                    <a:pt x="385" y="234"/>
                    <a:pt x="384" y="234"/>
                    <a:pt x="383" y="234"/>
                  </a:cubicBezTo>
                  <a:lnTo>
                    <a:pt x="383" y="234"/>
                  </a:lnTo>
                  <a:lnTo>
                    <a:pt x="382" y="234"/>
                  </a:lnTo>
                  <a:lnTo>
                    <a:pt x="164" y="234"/>
                  </a:lnTo>
                  <a:lnTo>
                    <a:pt x="164" y="147"/>
                  </a:lnTo>
                  <a:lnTo>
                    <a:pt x="668" y="147"/>
                  </a:lnTo>
                  <a:lnTo>
                    <a:pt x="668" y="884"/>
                  </a:lnTo>
                  <a:moveTo>
                    <a:pt x="398" y="400"/>
                  </a:moveTo>
                  <a:lnTo>
                    <a:pt x="398" y="285"/>
                  </a:lnTo>
                  <a:lnTo>
                    <a:pt x="513" y="400"/>
                  </a:lnTo>
                  <a:lnTo>
                    <a:pt x="398" y="400"/>
                  </a:lnTo>
                  <a:moveTo>
                    <a:pt x="831" y="15"/>
                  </a:moveTo>
                  <a:cubicBezTo>
                    <a:pt x="831" y="7"/>
                    <a:pt x="825" y="0"/>
                    <a:pt x="816" y="0"/>
                  </a:cubicBezTo>
                  <a:lnTo>
                    <a:pt x="282" y="0"/>
                  </a:lnTo>
                  <a:cubicBezTo>
                    <a:pt x="274" y="0"/>
                    <a:pt x="267" y="7"/>
                    <a:pt x="267" y="15"/>
                  </a:cubicBezTo>
                  <a:lnTo>
                    <a:pt x="267" y="117"/>
                  </a:lnTo>
                  <a:lnTo>
                    <a:pt x="149" y="117"/>
                  </a:lnTo>
                  <a:cubicBezTo>
                    <a:pt x="140" y="117"/>
                    <a:pt x="134" y="123"/>
                    <a:pt x="134" y="132"/>
                  </a:cubicBezTo>
                  <a:lnTo>
                    <a:pt x="134" y="234"/>
                  </a:lnTo>
                  <a:lnTo>
                    <a:pt x="15" y="234"/>
                  </a:lnTo>
                  <a:cubicBezTo>
                    <a:pt x="7" y="234"/>
                    <a:pt x="0" y="240"/>
                    <a:pt x="0" y="249"/>
                  </a:cubicBezTo>
                  <a:lnTo>
                    <a:pt x="0" y="335"/>
                  </a:lnTo>
                  <a:cubicBezTo>
                    <a:pt x="0" y="344"/>
                    <a:pt x="7" y="350"/>
                    <a:pt x="15" y="350"/>
                  </a:cubicBezTo>
                  <a:cubicBezTo>
                    <a:pt x="24" y="350"/>
                    <a:pt x="30" y="344"/>
                    <a:pt x="30" y="335"/>
                  </a:cubicBezTo>
                  <a:lnTo>
                    <a:pt x="30" y="264"/>
                  </a:lnTo>
                  <a:lnTo>
                    <a:pt x="149" y="264"/>
                  </a:lnTo>
                  <a:lnTo>
                    <a:pt x="149" y="264"/>
                  </a:lnTo>
                  <a:lnTo>
                    <a:pt x="149" y="264"/>
                  </a:lnTo>
                  <a:lnTo>
                    <a:pt x="367" y="264"/>
                  </a:lnTo>
                  <a:lnTo>
                    <a:pt x="367" y="416"/>
                  </a:lnTo>
                  <a:cubicBezTo>
                    <a:pt x="367" y="424"/>
                    <a:pt x="374" y="431"/>
                    <a:pt x="382" y="431"/>
                  </a:cubicBezTo>
                  <a:lnTo>
                    <a:pt x="534" y="431"/>
                  </a:lnTo>
                  <a:lnTo>
                    <a:pt x="534" y="1001"/>
                  </a:lnTo>
                  <a:lnTo>
                    <a:pt x="30" y="1001"/>
                  </a:lnTo>
                  <a:lnTo>
                    <a:pt x="30" y="396"/>
                  </a:lnTo>
                  <a:cubicBezTo>
                    <a:pt x="30" y="387"/>
                    <a:pt x="24" y="381"/>
                    <a:pt x="15" y="381"/>
                  </a:cubicBezTo>
                  <a:cubicBezTo>
                    <a:pt x="7" y="381"/>
                    <a:pt x="0" y="387"/>
                    <a:pt x="0" y="396"/>
                  </a:cubicBezTo>
                  <a:lnTo>
                    <a:pt x="0" y="1016"/>
                  </a:lnTo>
                  <a:cubicBezTo>
                    <a:pt x="0" y="1020"/>
                    <a:pt x="2" y="1024"/>
                    <a:pt x="5" y="1027"/>
                  </a:cubicBezTo>
                  <a:cubicBezTo>
                    <a:pt x="7" y="1030"/>
                    <a:pt x="11" y="1031"/>
                    <a:pt x="15" y="1031"/>
                  </a:cubicBezTo>
                  <a:lnTo>
                    <a:pt x="549" y="1031"/>
                  </a:lnTo>
                  <a:cubicBezTo>
                    <a:pt x="558" y="1031"/>
                    <a:pt x="564" y="1025"/>
                    <a:pt x="564" y="1016"/>
                  </a:cubicBezTo>
                  <a:lnTo>
                    <a:pt x="564" y="915"/>
                  </a:lnTo>
                  <a:lnTo>
                    <a:pt x="683" y="915"/>
                  </a:lnTo>
                  <a:cubicBezTo>
                    <a:pt x="691" y="915"/>
                    <a:pt x="698" y="908"/>
                    <a:pt x="698" y="899"/>
                  </a:cubicBezTo>
                  <a:lnTo>
                    <a:pt x="698" y="798"/>
                  </a:lnTo>
                  <a:lnTo>
                    <a:pt x="816" y="798"/>
                  </a:lnTo>
                  <a:cubicBezTo>
                    <a:pt x="820" y="798"/>
                    <a:pt x="824" y="796"/>
                    <a:pt x="827" y="793"/>
                  </a:cubicBezTo>
                  <a:cubicBezTo>
                    <a:pt x="830" y="790"/>
                    <a:pt x="831" y="787"/>
                    <a:pt x="831" y="783"/>
                  </a:cubicBezTo>
                  <a:lnTo>
                    <a:pt x="831" y="15"/>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1" name="Google Shape;1321;p43"/>
            <p:cNvSpPr/>
            <p:nvPr/>
          </p:nvSpPr>
          <p:spPr>
            <a:xfrm>
              <a:off x="1882800" y="4262760"/>
              <a:ext cx="46800" cy="47160"/>
            </a:xfrm>
            <a:custGeom>
              <a:rect b="b" l="l" r="r" t="t"/>
              <a:pathLst>
                <a:path extrusionOk="0" h="131" w="130">
                  <a:moveTo>
                    <a:pt x="30" y="30"/>
                  </a:moveTo>
                  <a:lnTo>
                    <a:pt x="100" y="30"/>
                  </a:lnTo>
                  <a:lnTo>
                    <a:pt x="100" y="100"/>
                  </a:lnTo>
                  <a:lnTo>
                    <a:pt x="30" y="100"/>
                  </a:lnTo>
                  <a:lnTo>
                    <a:pt x="30" y="30"/>
                  </a:lnTo>
                  <a:moveTo>
                    <a:pt x="15" y="131"/>
                  </a:moveTo>
                  <a:lnTo>
                    <a:pt x="115" y="131"/>
                  </a:lnTo>
                  <a:cubicBezTo>
                    <a:pt x="124" y="131"/>
                    <a:pt x="130" y="124"/>
                    <a:pt x="130" y="115"/>
                  </a:cubicBezTo>
                  <a:lnTo>
                    <a:pt x="130" y="15"/>
                  </a:lnTo>
                  <a:cubicBezTo>
                    <a:pt x="130" y="7"/>
                    <a:pt x="124" y="0"/>
                    <a:pt x="115" y="0"/>
                  </a:cubicBezTo>
                  <a:lnTo>
                    <a:pt x="15" y="0"/>
                  </a:lnTo>
                  <a:cubicBezTo>
                    <a:pt x="7" y="0"/>
                    <a:pt x="0" y="7"/>
                    <a:pt x="0" y="15"/>
                  </a:cubicBezTo>
                  <a:lnTo>
                    <a:pt x="0" y="115"/>
                  </a:lnTo>
                  <a:cubicBezTo>
                    <a:pt x="0" y="124"/>
                    <a:pt x="7" y="131"/>
                    <a:pt x="15" y="131"/>
                  </a:cubicBezTo>
                  <a:close/>
                </a:path>
              </a:pathLst>
            </a:custGeom>
            <a:solidFill>
              <a:srgbClr val="3C2C31"/>
            </a:solidFill>
            <a:ln>
              <a:noFill/>
            </a:ln>
          </p:spPr>
          <p:txBody>
            <a:bodyPr anchorCtr="1" anchor="ctr" bIns="2150" lIns="90000" spcFirstLastPara="1" rIns="90000" wrap="square" tIns="215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2" name="Google Shape;1322;p43"/>
            <p:cNvSpPr/>
            <p:nvPr/>
          </p:nvSpPr>
          <p:spPr>
            <a:xfrm>
              <a:off x="1882800" y="4335120"/>
              <a:ext cx="155160" cy="34560"/>
            </a:xfrm>
            <a:custGeom>
              <a:rect b="b" l="l" r="r" t="t"/>
              <a:pathLst>
                <a:path extrusionOk="0" h="96" w="431">
                  <a:moveTo>
                    <a:pt x="30" y="30"/>
                  </a:moveTo>
                  <a:lnTo>
                    <a:pt x="400" y="30"/>
                  </a:lnTo>
                  <a:lnTo>
                    <a:pt x="400" y="66"/>
                  </a:lnTo>
                  <a:lnTo>
                    <a:pt x="30" y="66"/>
                  </a:lnTo>
                  <a:lnTo>
                    <a:pt x="30" y="30"/>
                  </a:lnTo>
                  <a:moveTo>
                    <a:pt x="0" y="81"/>
                  </a:moveTo>
                  <a:cubicBezTo>
                    <a:pt x="0" y="90"/>
                    <a:pt x="7" y="96"/>
                    <a:pt x="15" y="96"/>
                  </a:cubicBezTo>
                  <a:lnTo>
                    <a:pt x="416" y="96"/>
                  </a:lnTo>
                  <a:cubicBezTo>
                    <a:pt x="424" y="96"/>
                    <a:pt x="431" y="90"/>
                    <a:pt x="431" y="81"/>
                  </a:cubicBezTo>
                  <a:lnTo>
                    <a:pt x="431" y="15"/>
                  </a:lnTo>
                  <a:cubicBezTo>
                    <a:pt x="431" y="6"/>
                    <a:pt x="424" y="0"/>
                    <a:pt x="416" y="0"/>
                  </a:cubicBezTo>
                  <a:lnTo>
                    <a:pt x="15" y="0"/>
                  </a:lnTo>
                  <a:cubicBezTo>
                    <a:pt x="7" y="0"/>
                    <a:pt x="0" y="6"/>
                    <a:pt x="0" y="15"/>
                  </a:cubicBezTo>
                  <a:lnTo>
                    <a:pt x="0" y="81"/>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3" name="Google Shape;1323;p43"/>
            <p:cNvSpPr/>
            <p:nvPr/>
          </p:nvSpPr>
          <p:spPr>
            <a:xfrm>
              <a:off x="1882800" y="4383000"/>
              <a:ext cx="155160" cy="34920"/>
            </a:xfrm>
            <a:custGeom>
              <a:rect b="b" l="l" r="r" t="t"/>
              <a:pathLst>
                <a:path extrusionOk="0" h="97" w="431">
                  <a:moveTo>
                    <a:pt x="30" y="30"/>
                  </a:moveTo>
                  <a:lnTo>
                    <a:pt x="400" y="30"/>
                  </a:lnTo>
                  <a:lnTo>
                    <a:pt x="400" y="67"/>
                  </a:lnTo>
                  <a:lnTo>
                    <a:pt x="30" y="67"/>
                  </a:lnTo>
                  <a:lnTo>
                    <a:pt x="30" y="30"/>
                  </a:lnTo>
                  <a:moveTo>
                    <a:pt x="0" y="82"/>
                  </a:moveTo>
                  <a:cubicBezTo>
                    <a:pt x="0" y="90"/>
                    <a:pt x="7" y="97"/>
                    <a:pt x="15" y="97"/>
                  </a:cubicBezTo>
                  <a:lnTo>
                    <a:pt x="416" y="97"/>
                  </a:lnTo>
                  <a:cubicBezTo>
                    <a:pt x="424" y="97"/>
                    <a:pt x="431" y="90"/>
                    <a:pt x="431" y="82"/>
                  </a:cubicBezTo>
                  <a:lnTo>
                    <a:pt x="431" y="15"/>
                  </a:lnTo>
                  <a:cubicBezTo>
                    <a:pt x="431" y="7"/>
                    <a:pt x="424" y="0"/>
                    <a:pt x="416" y="0"/>
                  </a:cubicBezTo>
                  <a:lnTo>
                    <a:pt x="15" y="0"/>
                  </a:lnTo>
                  <a:cubicBezTo>
                    <a:pt x="7" y="0"/>
                    <a:pt x="0" y="7"/>
                    <a:pt x="0" y="15"/>
                  </a:cubicBezTo>
                  <a:lnTo>
                    <a:pt x="0" y="82"/>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24" name="Google Shape;1324;p43"/>
            <p:cNvSpPr/>
            <p:nvPr/>
          </p:nvSpPr>
          <p:spPr>
            <a:xfrm>
              <a:off x="1906920" y="4431240"/>
              <a:ext cx="106920" cy="34920"/>
            </a:xfrm>
            <a:custGeom>
              <a:rect b="b" l="l" r="r" t="t"/>
              <a:pathLst>
                <a:path extrusionOk="0" h="97" w="297">
                  <a:moveTo>
                    <a:pt x="267" y="66"/>
                  </a:moveTo>
                  <a:lnTo>
                    <a:pt x="30" y="66"/>
                  </a:lnTo>
                  <a:lnTo>
                    <a:pt x="30" y="30"/>
                  </a:lnTo>
                  <a:lnTo>
                    <a:pt x="267" y="30"/>
                  </a:lnTo>
                  <a:lnTo>
                    <a:pt x="267" y="66"/>
                  </a:lnTo>
                  <a:moveTo>
                    <a:pt x="15" y="0"/>
                  </a:moveTo>
                  <a:cubicBezTo>
                    <a:pt x="6" y="0"/>
                    <a:pt x="0" y="6"/>
                    <a:pt x="0" y="15"/>
                  </a:cubicBezTo>
                  <a:lnTo>
                    <a:pt x="0" y="81"/>
                  </a:lnTo>
                  <a:cubicBezTo>
                    <a:pt x="0" y="90"/>
                    <a:pt x="6" y="97"/>
                    <a:pt x="15" y="97"/>
                  </a:cubicBezTo>
                  <a:lnTo>
                    <a:pt x="282" y="97"/>
                  </a:lnTo>
                  <a:cubicBezTo>
                    <a:pt x="290" y="97"/>
                    <a:pt x="297" y="90"/>
                    <a:pt x="297" y="81"/>
                  </a:cubicBezTo>
                  <a:lnTo>
                    <a:pt x="297" y="15"/>
                  </a:lnTo>
                  <a:cubicBezTo>
                    <a:pt x="297" y="6"/>
                    <a:pt x="290" y="0"/>
                    <a:pt x="282" y="0"/>
                  </a:cubicBezTo>
                  <a:lnTo>
                    <a:pt x="15" y="0"/>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325" name="Google Shape;1325;p43"/>
          <p:cNvSpPr txBox="1"/>
          <p:nvPr/>
        </p:nvSpPr>
        <p:spPr>
          <a:xfrm>
            <a:off x="896400" y="3250675"/>
            <a:ext cx="2118900" cy="138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chemeClr val="dk1"/>
                </a:solidFill>
                <a:latin typeface="Lato"/>
                <a:ea typeface="Lato"/>
                <a:cs typeface="Lato"/>
                <a:sym typeface="Lato"/>
              </a:rPr>
              <a:t>Standard XLMiner parameters used (Maximum number of levels = 7).</a:t>
            </a:r>
            <a:endParaRPr sz="1500">
              <a:solidFill>
                <a:schemeClr val="dk1"/>
              </a:solidFill>
              <a:latin typeface="Lato"/>
              <a:ea typeface="Lato"/>
              <a:cs typeface="Lato"/>
              <a:sym typeface="Lato"/>
            </a:endParaRPr>
          </a:p>
        </p:txBody>
      </p:sp>
      <p:sp>
        <p:nvSpPr>
          <p:cNvPr id="1326" name="Google Shape;1326;p43"/>
          <p:cNvSpPr txBox="1"/>
          <p:nvPr/>
        </p:nvSpPr>
        <p:spPr>
          <a:xfrm>
            <a:off x="3512900" y="3250675"/>
            <a:ext cx="2118900" cy="138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chemeClr val="dk1"/>
                </a:solidFill>
                <a:latin typeface="Lato"/>
                <a:ea typeface="Lato"/>
                <a:cs typeface="Lato"/>
                <a:sym typeface="Lato"/>
              </a:rPr>
              <a:t>No additional limits were placed because sample size is small.</a:t>
            </a:r>
            <a:endParaRPr>
              <a:solidFill>
                <a:schemeClr val="dk1"/>
              </a:solidFill>
              <a:latin typeface="Lato"/>
              <a:ea typeface="Lato"/>
              <a:cs typeface="Lato"/>
              <a:sym typeface="Lato"/>
            </a:endParaRPr>
          </a:p>
        </p:txBody>
      </p:sp>
      <p:sp>
        <p:nvSpPr>
          <p:cNvPr id="1327" name="Google Shape;1327;p43"/>
          <p:cNvSpPr txBox="1"/>
          <p:nvPr/>
        </p:nvSpPr>
        <p:spPr>
          <a:xfrm>
            <a:off x="6129400" y="3339175"/>
            <a:ext cx="2118900" cy="1206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Lato"/>
                <a:ea typeface="Lato"/>
                <a:cs typeface="Lato"/>
                <a:sym typeface="Lato"/>
              </a:rPr>
              <a:t>Failures, Higher (if a student is planning on pursuing higher education),  Absences, and School GPA.</a:t>
            </a:r>
            <a:endParaRPr sz="1500">
              <a:solidFill>
                <a:schemeClr val="dk1"/>
              </a:solidFill>
              <a:latin typeface="Lato"/>
              <a:ea typeface="Lato"/>
              <a:cs typeface="Lato"/>
              <a:sym typeface="Lato"/>
            </a:endParaRPr>
          </a:p>
        </p:txBody>
      </p:sp>
      <p:sp>
        <p:nvSpPr>
          <p:cNvPr id="1328" name="Google Shape;1328;p43"/>
          <p:cNvSpPr/>
          <p:nvPr/>
        </p:nvSpPr>
        <p:spPr>
          <a:xfrm>
            <a:off x="113525" y="1005538"/>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pic>
        <p:nvPicPr>
          <p:cNvPr id="1333" name="Google Shape;1333;p44" title="MinErrorTree.png"/>
          <p:cNvPicPr preferRelativeResize="0"/>
          <p:nvPr/>
        </p:nvPicPr>
        <p:blipFill>
          <a:blip r:embed="rId3">
            <a:alphaModFix/>
          </a:blip>
          <a:stretch>
            <a:fillRect/>
          </a:stretch>
        </p:blipFill>
        <p:spPr>
          <a:xfrm>
            <a:off x="3129525" y="1186000"/>
            <a:ext cx="5436100" cy="3171074"/>
          </a:xfrm>
          <a:prstGeom prst="rect">
            <a:avLst/>
          </a:prstGeom>
          <a:noFill/>
          <a:ln cap="flat" cmpd="sng" w="9525">
            <a:solidFill>
              <a:srgbClr val="000000"/>
            </a:solidFill>
            <a:prstDash val="solid"/>
            <a:round/>
            <a:headEnd len="sm" w="sm" type="none"/>
            <a:tailEnd len="sm" w="sm" type="none"/>
          </a:ln>
        </p:spPr>
      </p:pic>
      <p:pic>
        <p:nvPicPr>
          <p:cNvPr id="1334" name="Google Shape;1334;p44"/>
          <p:cNvPicPr preferRelativeResize="0"/>
          <p:nvPr/>
        </p:nvPicPr>
        <p:blipFill>
          <a:blip r:embed="rId4">
            <a:alphaModFix/>
          </a:blip>
          <a:stretch>
            <a:fillRect/>
          </a:stretch>
        </p:blipFill>
        <p:spPr>
          <a:xfrm>
            <a:off x="688113" y="1186000"/>
            <a:ext cx="2358875" cy="1538400"/>
          </a:xfrm>
          <a:prstGeom prst="rect">
            <a:avLst/>
          </a:prstGeom>
          <a:noFill/>
          <a:ln cap="flat" cmpd="sng" w="9525">
            <a:solidFill>
              <a:srgbClr val="000000"/>
            </a:solidFill>
            <a:prstDash val="solid"/>
            <a:round/>
            <a:headEnd len="sm" w="sm" type="none"/>
            <a:tailEnd len="sm" w="sm" type="none"/>
          </a:ln>
        </p:spPr>
      </p:pic>
      <p:pic>
        <p:nvPicPr>
          <p:cNvPr id="1335" name="Google Shape;1335;p44"/>
          <p:cNvPicPr preferRelativeResize="0"/>
          <p:nvPr/>
        </p:nvPicPr>
        <p:blipFill>
          <a:blip r:embed="rId5">
            <a:alphaModFix/>
          </a:blip>
          <a:stretch>
            <a:fillRect/>
          </a:stretch>
        </p:blipFill>
        <p:spPr>
          <a:xfrm>
            <a:off x="688125" y="2861410"/>
            <a:ext cx="2358850" cy="149566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45"/>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Minimum Error</a:t>
            </a:r>
            <a:r>
              <a:rPr lang="en"/>
              <a:t> Tree</a:t>
            </a:r>
            <a:endParaRPr/>
          </a:p>
        </p:txBody>
      </p:sp>
      <p:sp>
        <p:nvSpPr>
          <p:cNvPr id="1341" name="Google Shape;1341;p45"/>
          <p:cNvSpPr txBox="1"/>
          <p:nvPr>
            <p:ph idx="1" type="subTitle"/>
          </p:nvPr>
        </p:nvSpPr>
        <p:spPr>
          <a:xfrm>
            <a:off x="896050" y="2889607"/>
            <a:ext cx="2193000" cy="145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Standard XLMiner parameters used (Maximum number of levels = 7).</a:t>
            </a:r>
            <a:endParaRPr/>
          </a:p>
        </p:txBody>
      </p:sp>
      <p:sp>
        <p:nvSpPr>
          <p:cNvPr id="1342" name="Google Shape;1342;p45"/>
          <p:cNvSpPr txBox="1"/>
          <p:nvPr>
            <p:ph idx="2" type="subTitle"/>
          </p:nvPr>
        </p:nvSpPr>
        <p:spPr>
          <a:xfrm>
            <a:off x="3475500" y="2889603"/>
            <a:ext cx="2193000" cy="86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 additional limits were placed because sample size is small.</a:t>
            </a:r>
            <a:endParaRPr b="1"/>
          </a:p>
        </p:txBody>
      </p:sp>
      <p:sp>
        <p:nvSpPr>
          <p:cNvPr id="1343" name="Google Shape;1343;p45"/>
          <p:cNvSpPr txBox="1"/>
          <p:nvPr>
            <p:ph idx="3" type="subTitle"/>
          </p:nvPr>
        </p:nvSpPr>
        <p:spPr>
          <a:xfrm>
            <a:off x="6054950" y="2889590"/>
            <a:ext cx="2193000" cy="86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Failures.</a:t>
            </a:r>
            <a:endParaRPr/>
          </a:p>
        </p:txBody>
      </p:sp>
      <p:sp>
        <p:nvSpPr>
          <p:cNvPr id="1344" name="Google Shape;1344;p45"/>
          <p:cNvSpPr txBox="1"/>
          <p:nvPr>
            <p:ph idx="4" type="subTitle"/>
          </p:nvPr>
        </p:nvSpPr>
        <p:spPr>
          <a:xfrm>
            <a:off x="896050" y="2562063"/>
            <a:ext cx="21930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Parameters</a:t>
            </a:r>
            <a:r>
              <a:rPr lang="en"/>
              <a:t> </a:t>
            </a:r>
            <a:endParaRPr/>
          </a:p>
        </p:txBody>
      </p:sp>
      <p:sp>
        <p:nvSpPr>
          <p:cNvPr id="1345" name="Google Shape;1345;p45"/>
          <p:cNvSpPr txBox="1"/>
          <p:nvPr>
            <p:ph idx="5" type="subTitle"/>
          </p:nvPr>
        </p:nvSpPr>
        <p:spPr>
          <a:xfrm>
            <a:off x="6054950" y="2562063"/>
            <a:ext cx="21930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Variables</a:t>
            </a:r>
            <a:endParaRPr/>
          </a:p>
        </p:txBody>
      </p:sp>
      <p:sp>
        <p:nvSpPr>
          <p:cNvPr id="1346" name="Google Shape;1346;p45"/>
          <p:cNvSpPr txBox="1"/>
          <p:nvPr>
            <p:ph idx="6" type="subTitle"/>
          </p:nvPr>
        </p:nvSpPr>
        <p:spPr>
          <a:xfrm>
            <a:off x="3475500" y="2563000"/>
            <a:ext cx="21930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Limits </a:t>
            </a:r>
            <a:endParaRPr/>
          </a:p>
        </p:txBody>
      </p:sp>
      <p:grpSp>
        <p:nvGrpSpPr>
          <p:cNvPr id="1347" name="Google Shape;1347;p45"/>
          <p:cNvGrpSpPr/>
          <p:nvPr/>
        </p:nvGrpSpPr>
        <p:grpSpPr>
          <a:xfrm>
            <a:off x="1718169" y="1904917"/>
            <a:ext cx="548645" cy="504743"/>
            <a:chOff x="980640" y="1140120"/>
            <a:chExt cx="403920" cy="378000"/>
          </a:xfrm>
        </p:grpSpPr>
        <p:sp>
          <p:nvSpPr>
            <p:cNvPr id="1348" name="Google Shape;1348;p45"/>
            <p:cNvSpPr/>
            <p:nvPr/>
          </p:nvSpPr>
          <p:spPr>
            <a:xfrm>
              <a:off x="1135440" y="1148760"/>
              <a:ext cx="94320" cy="101880"/>
            </a:xfrm>
            <a:custGeom>
              <a:rect b="b" l="l" r="r" t="t"/>
              <a:pathLst>
                <a:path extrusionOk="0" h="283" w="262">
                  <a:moveTo>
                    <a:pt x="259" y="153"/>
                  </a:moveTo>
                  <a:lnTo>
                    <a:pt x="142" y="5"/>
                  </a:lnTo>
                  <a:cubicBezTo>
                    <a:pt x="136" y="-1"/>
                    <a:pt x="126" y="-1"/>
                    <a:pt x="121" y="5"/>
                  </a:cubicBezTo>
                  <a:lnTo>
                    <a:pt x="3" y="153"/>
                  </a:lnTo>
                  <a:cubicBezTo>
                    <a:pt x="-4" y="161"/>
                    <a:pt x="2" y="174"/>
                    <a:pt x="13" y="174"/>
                  </a:cubicBezTo>
                  <a:lnTo>
                    <a:pt x="45" y="174"/>
                  </a:lnTo>
                  <a:cubicBezTo>
                    <a:pt x="53" y="174"/>
                    <a:pt x="59" y="180"/>
                    <a:pt x="59" y="187"/>
                  </a:cubicBezTo>
                  <a:lnTo>
                    <a:pt x="59" y="270"/>
                  </a:lnTo>
                  <a:cubicBezTo>
                    <a:pt x="59" y="277"/>
                    <a:pt x="65" y="283"/>
                    <a:pt x="72" y="283"/>
                  </a:cubicBezTo>
                  <a:lnTo>
                    <a:pt x="191" y="283"/>
                  </a:lnTo>
                  <a:cubicBezTo>
                    <a:pt x="198" y="283"/>
                    <a:pt x="204" y="277"/>
                    <a:pt x="204" y="270"/>
                  </a:cubicBezTo>
                  <a:lnTo>
                    <a:pt x="204" y="187"/>
                  </a:lnTo>
                  <a:cubicBezTo>
                    <a:pt x="204" y="180"/>
                    <a:pt x="210" y="174"/>
                    <a:pt x="217" y="174"/>
                  </a:cubicBezTo>
                  <a:lnTo>
                    <a:pt x="249" y="174"/>
                  </a:lnTo>
                  <a:cubicBezTo>
                    <a:pt x="260" y="174"/>
                    <a:pt x="266" y="161"/>
                    <a:pt x="259" y="153"/>
                  </a:cubicBezTo>
                  <a:close/>
                </a:path>
              </a:pathLst>
            </a:custGeom>
            <a:solidFill>
              <a:srgbClr val="EB6E8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9" name="Google Shape;1349;p45"/>
            <p:cNvSpPr/>
            <p:nvPr/>
          </p:nvSpPr>
          <p:spPr>
            <a:xfrm>
              <a:off x="986760" y="1145880"/>
              <a:ext cx="392040" cy="366120"/>
            </a:xfrm>
            <a:custGeom>
              <a:rect b="b" l="l" r="r" t="t"/>
              <a:pathLst>
                <a:path extrusionOk="0" h="1017" w="1089">
                  <a:moveTo>
                    <a:pt x="72" y="931"/>
                  </a:moveTo>
                  <a:lnTo>
                    <a:pt x="72" y="14"/>
                  </a:lnTo>
                  <a:cubicBezTo>
                    <a:pt x="72" y="6"/>
                    <a:pt x="66" y="0"/>
                    <a:pt x="59" y="0"/>
                  </a:cubicBezTo>
                  <a:lnTo>
                    <a:pt x="13" y="0"/>
                  </a:lnTo>
                  <a:cubicBezTo>
                    <a:pt x="5" y="0"/>
                    <a:pt x="0" y="6"/>
                    <a:pt x="0" y="14"/>
                  </a:cubicBezTo>
                  <a:lnTo>
                    <a:pt x="0" y="1017"/>
                  </a:lnTo>
                  <a:lnTo>
                    <a:pt x="1076" y="1017"/>
                  </a:lnTo>
                  <a:cubicBezTo>
                    <a:pt x="1083" y="1017"/>
                    <a:pt x="1089" y="1011"/>
                    <a:pt x="1089" y="1004"/>
                  </a:cubicBezTo>
                  <a:lnTo>
                    <a:pt x="1089" y="958"/>
                  </a:lnTo>
                  <a:cubicBezTo>
                    <a:pt x="1089" y="951"/>
                    <a:pt x="1083" y="945"/>
                    <a:pt x="1076" y="945"/>
                  </a:cubicBezTo>
                  <a:lnTo>
                    <a:pt x="85" y="945"/>
                  </a:lnTo>
                  <a:cubicBezTo>
                    <a:pt x="78" y="945"/>
                    <a:pt x="72" y="939"/>
                    <a:pt x="72" y="931"/>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0" name="Google Shape;1350;p45"/>
            <p:cNvSpPr/>
            <p:nvPr/>
          </p:nvSpPr>
          <p:spPr>
            <a:xfrm>
              <a:off x="1064880" y="1381320"/>
              <a:ext cx="52560" cy="78480"/>
            </a:xfrm>
            <a:custGeom>
              <a:rect b="b" l="l" r="r" t="t"/>
              <a:pathLst>
                <a:path extrusionOk="0" h="218" w="146">
                  <a:moveTo>
                    <a:pt x="133" y="0"/>
                  </a:moveTo>
                  <a:lnTo>
                    <a:pt x="14" y="0"/>
                  </a:lnTo>
                  <a:cubicBezTo>
                    <a:pt x="6" y="0"/>
                    <a:pt x="0" y="6"/>
                    <a:pt x="0" y="13"/>
                  </a:cubicBezTo>
                  <a:lnTo>
                    <a:pt x="0" y="205"/>
                  </a:lnTo>
                  <a:cubicBezTo>
                    <a:pt x="0" y="212"/>
                    <a:pt x="6" y="218"/>
                    <a:pt x="14" y="218"/>
                  </a:cubicBezTo>
                  <a:lnTo>
                    <a:pt x="133" y="218"/>
                  </a:lnTo>
                  <a:cubicBezTo>
                    <a:pt x="140" y="218"/>
                    <a:pt x="146" y="212"/>
                    <a:pt x="146" y="205"/>
                  </a:cubicBezTo>
                  <a:lnTo>
                    <a:pt x="146" y="13"/>
                  </a:lnTo>
                  <a:cubicBezTo>
                    <a:pt x="146" y="6"/>
                    <a:pt x="140" y="0"/>
                    <a:pt x="133" y="0"/>
                  </a:cubicBezTo>
                  <a:close/>
                </a:path>
              </a:pathLst>
            </a:custGeom>
            <a:solidFill>
              <a:srgbClr val="008F95"/>
            </a:solidFill>
            <a:ln>
              <a:noFill/>
            </a:ln>
          </p:spPr>
          <p:txBody>
            <a:bodyPr anchorCtr="1" anchor="ctr" bIns="33475" lIns="90000" spcFirstLastPara="1" rIns="90000" wrap="square" tIns="33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1" name="Google Shape;1351;p45"/>
            <p:cNvSpPr/>
            <p:nvPr/>
          </p:nvSpPr>
          <p:spPr>
            <a:xfrm>
              <a:off x="1169640" y="1329120"/>
              <a:ext cx="52200" cy="130680"/>
            </a:xfrm>
            <a:custGeom>
              <a:rect b="b" l="l" r="r" t="t"/>
              <a:pathLst>
                <a:path extrusionOk="0" h="363" w="145">
                  <a:moveTo>
                    <a:pt x="132" y="0"/>
                  </a:moveTo>
                  <a:lnTo>
                    <a:pt x="13" y="0"/>
                  </a:lnTo>
                  <a:cubicBezTo>
                    <a:pt x="6" y="0"/>
                    <a:pt x="0" y="6"/>
                    <a:pt x="0" y="13"/>
                  </a:cubicBezTo>
                  <a:lnTo>
                    <a:pt x="0" y="350"/>
                  </a:lnTo>
                  <a:cubicBezTo>
                    <a:pt x="0" y="357"/>
                    <a:pt x="6" y="363"/>
                    <a:pt x="13" y="363"/>
                  </a:cubicBezTo>
                  <a:lnTo>
                    <a:pt x="132" y="363"/>
                  </a:lnTo>
                  <a:cubicBezTo>
                    <a:pt x="139" y="363"/>
                    <a:pt x="145" y="357"/>
                    <a:pt x="145" y="350"/>
                  </a:cubicBezTo>
                  <a:lnTo>
                    <a:pt x="145" y="13"/>
                  </a:lnTo>
                  <a:cubicBezTo>
                    <a:pt x="145" y="6"/>
                    <a:pt x="139" y="0"/>
                    <a:pt x="132" y="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2" name="Google Shape;1352;p45"/>
            <p:cNvSpPr/>
            <p:nvPr/>
          </p:nvSpPr>
          <p:spPr>
            <a:xfrm>
              <a:off x="1274400" y="1276920"/>
              <a:ext cx="52200" cy="182880"/>
            </a:xfrm>
            <a:custGeom>
              <a:rect b="b" l="l" r="r" t="t"/>
              <a:pathLst>
                <a:path extrusionOk="0" h="508" w="145">
                  <a:moveTo>
                    <a:pt x="132" y="0"/>
                  </a:moveTo>
                  <a:lnTo>
                    <a:pt x="13" y="0"/>
                  </a:lnTo>
                  <a:cubicBezTo>
                    <a:pt x="5" y="0"/>
                    <a:pt x="0" y="5"/>
                    <a:pt x="0" y="13"/>
                  </a:cubicBezTo>
                  <a:lnTo>
                    <a:pt x="0" y="495"/>
                  </a:lnTo>
                  <a:cubicBezTo>
                    <a:pt x="0" y="502"/>
                    <a:pt x="5" y="508"/>
                    <a:pt x="13" y="508"/>
                  </a:cubicBezTo>
                  <a:lnTo>
                    <a:pt x="132" y="508"/>
                  </a:lnTo>
                  <a:cubicBezTo>
                    <a:pt x="139" y="508"/>
                    <a:pt x="145" y="502"/>
                    <a:pt x="145" y="495"/>
                  </a:cubicBezTo>
                  <a:lnTo>
                    <a:pt x="145" y="13"/>
                  </a:lnTo>
                  <a:cubicBezTo>
                    <a:pt x="145" y="5"/>
                    <a:pt x="139" y="0"/>
                    <a:pt x="132" y="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3" name="Google Shape;1353;p45"/>
            <p:cNvSpPr/>
            <p:nvPr/>
          </p:nvSpPr>
          <p:spPr>
            <a:xfrm>
              <a:off x="1357560" y="1486080"/>
              <a:ext cx="21240" cy="25920"/>
            </a:xfrm>
            <a:custGeom>
              <a:rect b="b" l="l" r="r" t="t"/>
              <a:pathLst>
                <a:path extrusionOk="0" h="72" w="59">
                  <a:moveTo>
                    <a:pt x="46" y="0"/>
                  </a:moveTo>
                  <a:lnTo>
                    <a:pt x="0" y="0"/>
                  </a:lnTo>
                  <a:cubicBezTo>
                    <a:pt x="7" y="0"/>
                    <a:pt x="13" y="6"/>
                    <a:pt x="13" y="13"/>
                  </a:cubicBezTo>
                  <a:lnTo>
                    <a:pt x="13" y="59"/>
                  </a:lnTo>
                  <a:cubicBezTo>
                    <a:pt x="13" y="66"/>
                    <a:pt x="7" y="72"/>
                    <a:pt x="0" y="72"/>
                  </a:cubicBezTo>
                  <a:lnTo>
                    <a:pt x="46" y="72"/>
                  </a:lnTo>
                  <a:cubicBezTo>
                    <a:pt x="53" y="72"/>
                    <a:pt x="59" y="66"/>
                    <a:pt x="59" y="59"/>
                  </a:cubicBezTo>
                  <a:lnTo>
                    <a:pt x="59" y="13"/>
                  </a:lnTo>
                  <a:cubicBezTo>
                    <a:pt x="59" y="6"/>
                    <a:pt x="53" y="0"/>
                    <a:pt x="46" y="0"/>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4" name="Google Shape;1354;p45"/>
            <p:cNvSpPr/>
            <p:nvPr/>
          </p:nvSpPr>
          <p:spPr>
            <a:xfrm>
              <a:off x="980640" y="1140120"/>
              <a:ext cx="403920" cy="378000"/>
            </a:xfrm>
            <a:custGeom>
              <a:rect b="b" l="l" r="r" t="t"/>
              <a:pathLst>
                <a:path extrusionOk="0" h="1050" w="1122">
                  <a:moveTo>
                    <a:pt x="1090" y="1017"/>
                  </a:moveTo>
                  <a:lnTo>
                    <a:pt x="1050" y="1017"/>
                  </a:lnTo>
                  <a:lnTo>
                    <a:pt x="1050" y="977"/>
                  </a:lnTo>
                  <a:lnTo>
                    <a:pt x="1090" y="977"/>
                  </a:lnTo>
                  <a:lnTo>
                    <a:pt x="1090" y="1017"/>
                  </a:lnTo>
                  <a:moveTo>
                    <a:pt x="33" y="33"/>
                  </a:moveTo>
                  <a:lnTo>
                    <a:pt x="73" y="33"/>
                  </a:lnTo>
                  <a:lnTo>
                    <a:pt x="73" y="73"/>
                  </a:lnTo>
                  <a:lnTo>
                    <a:pt x="33" y="73"/>
                  </a:lnTo>
                  <a:lnTo>
                    <a:pt x="33" y="33"/>
                  </a:lnTo>
                  <a:moveTo>
                    <a:pt x="1106" y="944"/>
                  </a:moveTo>
                  <a:lnTo>
                    <a:pt x="106" y="944"/>
                  </a:lnTo>
                  <a:lnTo>
                    <a:pt x="106" y="16"/>
                  </a:lnTo>
                  <a:cubicBezTo>
                    <a:pt x="106" y="7"/>
                    <a:pt x="98" y="0"/>
                    <a:pt x="89" y="0"/>
                  </a:cubicBezTo>
                  <a:lnTo>
                    <a:pt x="17" y="0"/>
                  </a:lnTo>
                  <a:cubicBezTo>
                    <a:pt x="12" y="0"/>
                    <a:pt x="8" y="2"/>
                    <a:pt x="5" y="5"/>
                  </a:cubicBezTo>
                  <a:cubicBezTo>
                    <a:pt x="2" y="8"/>
                    <a:pt x="0" y="12"/>
                    <a:pt x="0" y="16"/>
                  </a:cubicBezTo>
                  <a:lnTo>
                    <a:pt x="0" y="89"/>
                  </a:lnTo>
                  <a:lnTo>
                    <a:pt x="0" y="89"/>
                  </a:lnTo>
                  <a:lnTo>
                    <a:pt x="0" y="1033"/>
                  </a:lnTo>
                  <a:cubicBezTo>
                    <a:pt x="0" y="1042"/>
                    <a:pt x="7" y="1050"/>
                    <a:pt x="17" y="1050"/>
                  </a:cubicBezTo>
                  <a:lnTo>
                    <a:pt x="130" y="1050"/>
                  </a:lnTo>
                  <a:cubicBezTo>
                    <a:pt x="139" y="1050"/>
                    <a:pt x="147" y="1042"/>
                    <a:pt x="147" y="1033"/>
                  </a:cubicBezTo>
                  <a:cubicBezTo>
                    <a:pt x="147" y="1024"/>
                    <a:pt x="139" y="1017"/>
                    <a:pt x="130" y="1017"/>
                  </a:cubicBezTo>
                  <a:lnTo>
                    <a:pt x="33" y="1017"/>
                  </a:lnTo>
                  <a:lnTo>
                    <a:pt x="33" y="105"/>
                  </a:lnTo>
                  <a:lnTo>
                    <a:pt x="73" y="105"/>
                  </a:lnTo>
                  <a:lnTo>
                    <a:pt x="73" y="961"/>
                  </a:lnTo>
                  <a:cubicBezTo>
                    <a:pt x="73" y="970"/>
                    <a:pt x="80" y="977"/>
                    <a:pt x="89" y="977"/>
                  </a:cubicBezTo>
                  <a:lnTo>
                    <a:pt x="1017" y="977"/>
                  </a:lnTo>
                  <a:lnTo>
                    <a:pt x="1017" y="1017"/>
                  </a:lnTo>
                  <a:lnTo>
                    <a:pt x="196" y="1017"/>
                  </a:lnTo>
                  <a:cubicBezTo>
                    <a:pt x="187" y="1017"/>
                    <a:pt x="180" y="1024"/>
                    <a:pt x="180" y="1033"/>
                  </a:cubicBezTo>
                  <a:cubicBezTo>
                    <a:pt x="180" y="1042"/>
                    <a:pt x="187" y="1050"/>
                    <a:pt x="196" y="1050"/>
                  </a:cubicBezTo>
                  <a:lnTo>
                    <a:pt x="1106" y="1050"/>
                  </a:lnTo>
                  <a:cubicBezTo>
                    <a:pt x="1115" y="1050"/>
                    <a:pt x="1122" y="1042"/>
                    <a:pt x="1122" y="1033"/>
                  </a:cubicBezTo>
                  <a:lnTo>
                    <a:pt x="1122" y="961"/>
                  </a:lnTo>
                  <a:cubicBezTo>
                    <a:pt x="1122" y="952"/>
                    <a:pt x="1115" y="944"/>
                    <a:pt x="1106" y="944"/>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5" name="Google Shape;1355;p45"/>
            <p:cNvSpPr/>
            <p:nvPr/>
          </p:nvSpPr>
          <p:spPr>
            <a:xfrm>
              <a:off x="1059120" y="1375560"/>
              <a:ext cx="64080" cy="90000"/>
            </a:xfrm>
            <a:custGeom>
              <a:rect b="b" l="l" r="r" t="t"/>
              <a:pathLst>
                <a:path extrusionOk="0" h="250" w="178">
                  <a:moveTo>
                    <a:pt x="33" y="33"/>
                  </a:moveTo>
                  <a:lnTo>
                    <a:pt x="145" y="33"/>
                  </a:lnTo>
                  <a:lnTo>
                    <a:pt x="145" y="218"/>
                  </a:lnTo>
                  <a:lnTo>
                    <a:pt x="33" y="218"/>
                  </a:lnTo>
                  <a:lnTo>
                    <a:pt x="33" y="33"/>
                  </a:lnTo>
                  <a:moveTo>
                    <a:pt x="16" y="250"/>
                  </a:moveTo>
                  <a:lnTo>
                    <a:pt x="162" y="250"/>
                  </a:lnTo>
                  <a:cubicBezTo>
                    <a:pt x="171" y="250"/>
                    <a:pt x="178" y="243"/>
                    <a:pt x="178" y="234"/>
                  </a:cubicBezTo>
                  <a:lnTo>
                    <a:pt x="178" y="16"/>
                  </a:lnTo>
                  <a:cubicBezTo>
                    <a:pt x="178" y="7"/>
                    <a:pt x="171" y="0"/>
                    <a:pt x="162" y="0"/>
                  </a:cubicBezTo>
                  <a:lnTo>
                    <a:pt x="16" y="0"/>
                  </a:lnTo>
                  <a:cubicBezTo>
                    <a:pt x="7" y="0"/>
                    <a:pt x="0" y="7"/>
                    <a:pt x="0" y="16"/>
                  </a:cubicBezTo>
                  <a:lnTo>
                    <a:pt x="0" y="234"/>
                  </a:lnTo>
                  <a:cubicBezTo>
                    <a:pt x="0" y="243"/>
                    <a:pt x="7" y="250"/>
                    <a:pt x="16" y="250"/>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6" name="Google Shape;1356;p45"/>
            <p:cNvSpPr/>
            <p:nvPr/>
          </p:nvSpPr>
          <p:spPr>
            <a:xfrm>
              <a:off x="1163880" y="1323000"/>
              <a:ext cx="64080" cy="142560"/>
            </a:xfrm>
            <a:custGeom>
              <a:rect b="b" l="l" r="r" t="t"/>
              <a:pathLst>
                <a:path extrusionOk="0" h="396" w="178">
                  <a:moveTo>
                    <a:pt x="32" y="33"/>
                  </a:moveTo>
                  <a:lnTo>
                    <a:pt x="145" y="33"/>
                  </a:lnTo>
                  <a:lnTo>
                    <a:pt x="145" y="364"/>
                  </a:lnTo>
                  <a:lnTo>
                    <a:pt x="32" y="364"/>
                  </a:lnTo>
                  <a:lnTo>
                    <a:pt x="32" y="33"/>
                  </a:lnTo>
                  <a:moveTo>
                    <a:pt x="0" y="17"/>
                  </a:moveTo>
                  <a:lnTo>
                    <a:pt x="0" y="380"/>
                  </a:lnTo>
                  <a:cubicBezTo>
                    <a:pt x="0" y="389"/>
                    <a:pt x="7" y="396"/>
                    <a:pt x="16" y="396"/>
                  </a:cubicBezTo>
                  <a:lnTo>
                    <a:pt x="161" y="396"/>
                  </a:lnTo>
                  <a:cubicBezTo>
                    <a:pt x="170" y="396"/>
                    <a:pt x="178" y="389"/>
                    <a:pt x="178" y="380"/>
                  </a:cubicBezTo>
                  <a:lnTo>
                    <a:pt x="178" y="17"/>
                  </a:lnTo>
                  <a:cubicBezTo>
                    <a:pt x="178" y="8"/>
                    <a:pt x="170" y="0"/>
                    <a:pt x="161" y="0"/>
                  </a:cubicBezTo>
                  <a:lnTo>
                    <a:pt x="16" y="0"/>
                  </a:lnTo>
                  <a:cubicBezTo>
                    <a:pt x="7" y="0"/>
                    <a:pt x="0" y="8"/>
                    <a:pt x="0" y="17"/>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7" name="Google Shape;1357;p45"/>
            <p:cNvSpPr/>
            <p:nvPr/>
          </p:nvSpPr>
          <p:spPr>
            <a:xfrm>
              <a:off x="1268655" y="1270800"/>
              <a:ext cx="64080" cy="194760"/>
            </a:xfrm>
            <a:custGeom>
              <a:rect b="b" l="l" r="r" t="t"/>
              <a:pathLst>
                <a:path extrusionOk="0" h="541" w="178">
                  <a:moveTo>
                    <a:pt x="33" y="33"/>
                  </a:moveTo>
                  <a:lnTo>
                    <a:pt x="145" y="33"/>
                  </a:lnTo>
                  <a:lnTo>
                    <a:pt x="145" y="509"/>
                  </a:lnTo>
                  <a:lnTo>
                    <a:pt x="33" y="509"/>
                  </a:lnTo>
                  <a:lnTo>
                    <a:pt x="33" y="33"/>
                  </a:lnTo>
                  <a:moveTo>
                    <a:pt x="16" y="541"/>
                  </a:moveTo>
                  <a:lnTo>
                    <a:pt x="162" y="541"/>
                  </a:lnTo>
                  <a:cubicBezTo>
                    <a:pt x="171" y="541"/>
                    <a:pt x="178" y="534"/>
                    <a:pt x="178" y="525"/>
                  </a:cubicBezTo>
                  <a:lnTo>
                    <a:pt x="178" y="17"/>
                  </a:lnTo>
                  <a:cubicBezTo>
                    <a:pt x="178" y="7"/>
                    <a:pt x="171" y="0"/>
                    <a:pt x="162" y="0"/>
                  </a:cubicBezTo>
                  <a:lnTo>
                    <a:pt x="16" y="0"/>
                  </a:lnTo>
                  <a:cubicBezTo>
                    <a:pt x="7" y="0"/>
                    <a:pt x="0" y="7"/>
                    <a:pt x="0" y="17"/>
                  </a:cubicBezTo>
                  <a:lnTo>
                    <a:pt x="0" y="525"/>
                  </a:lnTo>
                  <a:cubicBezTo>
                    <a:pt x="0" y="534"/>
                    <a:pt x="7" y="541"/>
                    <a:pt x="16" y="541"/>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8" name="Google Shape;1358;p45"/>
            <p:cNvSpPr/>
            <p:nvPr/>
          </p:nvSpPr>
          <p:spPr>
            <a:xfrm>
              <a:off x="1124280" y="1140120"/>
              <a:ext cx="116640" cy="116280"/>
            </a:xfrm>
            <a:custGeom>
              <a:rect b="b" l="l" r="r" t="t"/>
              <a:pathLst>
                <a:path extrusionOk="0" h="323" w="324">
                  <a:moveTo>
                    <a:pt x="162" y="43"/>
                  </a:moveTo>
                  <a:lnTo>
                    <a:pt x="273" y="182"/>
                  </a:lnTo>
                  <a:lnTo>
                    <a:pt x="235" y="182"/>
                  </a:lnTo>
                  <a:cubicBezTo>
                    <a:pt x="226" y="182"/>
                    <a:pt x="218" y="189"/>
                    <a:pt x="218" y="198"/>
                  </a:cubicBezTo>
                  <a:lnTo>
                    <a:pt x="218" y="290"/>
                  </a:lnTo>
                  <a:lnTo>
                    <a:pt x="106" y="290"/>
                  </a:lnTo>
                  <a:lnTo>
                    <a:pt x="106" y="198"/>
                  </a:lnTo>
                  <a:cubicBezTo>
                    <a:pt x="106" y="189"/>
                    <a:pt x="99" y="182"/>
                    <a:pt x="90" y="182"/>
                  </a:cubicBezTo>
                  <a:lnTo>
                    <a:pt x="51" y="182"/>
                  </a:lnTo>
                  <a:lnTo>
                    <a:pt x="162" y="43"/>
                  </a:lnTo>
                  <a:moveTo>
                    <a:pt x="17" y="214"/>
                  </a:moveTo>
                  <a:lnTo>
                    <a:pt x="73" y="214"/>
                  </a:lnTo>
                  <a:lnTo>
                    <a:pt x="73" y="307"/>
                  </a:lnTo>
                  <a:cubicBezTo>
                    <a:pt x="73" y="316"/>
                    <a:pt x="81" y="323"/>
                    <a:pt x="90" y="323"/>
                  </a:cubicBezTo>
                  <a:lnTo>
                    <a:pt x="235" y="323"/>
                  </a:lnTo>
                  <a:cubicBezTo>
                    <a:pt x="244" y="323"/>
                    <a:pt x="251" y="316"/>
                    <a:pt x="251" y="307"/>
                  </a:cubicBezTo>
                  <a:lnTo>
                    <a:pt x="251" y="214"/>
                  </a:lnTo>
                  <a:lnTo>
                    <a:pt x="308" y="214"/>
                  </a:lnTo>
                  <a:cubicBezTo>
                    <a:pt x="314" y="214"/>
                    <a:pt x="320" y="211"/>
                    <a:pt x="322" y="205"/>
                  </a:cubicBezTo>
                  <a:cubicBezTo>
                    <a:pt x="325" y="199"/>
                    <a:pt x="324" y="193"/>
                    <a:pt x="320" y="188"/>
                  </a:cubicBezTo>
                  <a:lnTo>
                    <a:pt x="175" y="6"/>
                  </a:lnTo>
                  <a:cubicBezTo>
                    <a:pt x="172" y="2"/>
                    <a:pt x="167" y="0"/>
                    <a:pt x="162" y="0"/>
                  </a:cubicBezTo>
                  <a:cubicBezTo>
                    <a:pt x="157" y="0"/>
                    <a:pt x="153" y="2"/>
                    <a:pt x="149" y="6"/>
                  </a:cubicBezTo>
                  <a:lnTo>
                    <a:pt x="4" y="188"/>
                  </a:lnTo>
                  <a:cubicBezTo>
                    <a:pt x="0" y="193"/>
                    <a:pt x="-1" y="199"/>
                    <a:pt x="2" y="205"/>
                  </a:cubicBezTo>
                  <a:cubicBezTo>
                    <a:pt x="5" y="211"/>
                    <a:pt x="11" y="214"/>
                    <a:pt x="17" y="214"/>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59" name="Google Shape;1359;p45"/>
            <p:cNvSpPr/>
            <p:nvPr/>
          </p:nvSpPr>
          <p:spPr>
            <a:xfrm>
              <a:off x="1072080" y="1349280"/>
              <a:ext cx="38160" cy="11880"/>
            </a:xfrm>
            <a:custGeom>
              <a:rect b="b" l="l" r="r" t="t"/>
              <a:pathLst>
                <a:path extrusionOk="0" h="33" w="106">
                  <a:moveTo>
                    <a:pt x="17" y="33"/>
                  </a:moveTo>
                  <a:lnTo>
                    <a:pt x="89" y="33"/>
                  </a:lnTo>
                  <a:cubicBezTo>
                    <a:pt x="98" y="33"/>
                    <a:pt x="106" y="26"/>
                    <a:pt x="106" y="16"/>
                  </a:cubicBezTo>
                  <a:cubicBezTo>
                    <a:pt x="106" y="7"/>
                    <a:pt x="98" y="0"/>
                    <a:pt x="89" y="0"/>
                  </a:cubicBezTo>
                  <a:lnTo>
                    <a:pt x="17" y="0"/>
                  </a:lnTo>
                  <a:cubicBezTo>
                    <a:pt x="8" y="0"/>
                    <a:pt x="0" y="7"/>
                    <a:pt x="0" y="16"/>
                  </a:cubicBezTo>
                  <a:cubicBezTo>
                    <a:pt x="0" y="26"/>
                    <a:pt x="8" y="33"/>
                    <a:pt x="17" y="33"/>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60" name="Google Shape;1360;p45"/>
            <p:cNvSpPr/>
            <p:nvPr/>
          </p:nvSpPr>
          <p:spPr>
            <a:xfrm>
              <a:off x="1176840" y="1297080"/>
              <a:ext cx="37800" cy="11880"/>
            </a:xfrm>
            <a:custGeom>
              <a:rect b="b" l="l" r="r" t="t"/>
              <a:pathLst>
                <a:path extrusionOk="0" h="33" w="105">
                  <a:moveTo>
                    <a:pt x="89" y="33"/>
                  </a:moveTo>
                  <a:cubicBezTo>
                    <a:pt x="98" y="33"/>
                    <a:pt x="105" y="25"/>
                    <a:pt x="105" y="16"/>
                  </a:cubicBezTo>
                  <a:cubicBezTo>
                    <a:pt x="105" y="7"/>
                    <a:pt x="98" y="0"/>
                    <a:pt x="89" y="0"/>
                  </a:cubicBezTo>
                  <a:lnTo>
                    <a:pt x="16" y="0"/>
                  </a:lnTo>
                  <a:cubicBezTo>
                    <a:pt x="7" y="0"/>
                    <a:pt x="0" y="7"/>
                    <a:pt x="0" y="16"/>
                  </a:cubicBezTo>
                  <a:cubicBezTo>
                    <a:pt x="0" y="25"/>
                    <a:pt x="7" y="33"/>
                    <a:pt x="16" y="33"/>
                  </a:cubicBezTo>
                  <a:lnTo>
                    <a:pt x="89" y="33"/>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61" name="Google Shape;1361;p45"/>
            <p:cNvSpPr/>
            <p:nvPr/>
          </p:nvSpPr>
          <p:spPr>
            <a:xfrm>
              <a:off x="1281240" y="1244520"/>
              <a:ext cx="38160" cy="11880"/>
            </a:xfrm>
            <a:custGeom>
              <a:rect b="b" l="l" r="r" t="t"/>
              <a:pathLst>
                <a:path extrusionOk="0" h="33" w="106">
                  <a:moveTo>
                    <a:pt x="17" y="33"/>
                  </a:moveTo>
                  <a:lnTo>
                    <a:pt x="89" y="33"/>
                  </a:lnTo>
                  <a:cubicBezTo>
                    <a:pt x="99" y="33"/>
                    <a:pt x="106" y="26"/>
                    <a:pt x="106" y="17"/>
                  </a:cubicBezTo>
                  <a:cubicBezTo>
                    <a:pt x="106" y="8"/>
                    <a:pt x="99" y="0"/>
                    <a:pt x="89" y="0"/>
                  </a:cubicBezTo>
                  <a:lnTo>
                    <a:pt x="17" y="0"/>
                  </a:lnTo>
                  <a:cubicBezTo>
                    <a:pt x="8" y="0"/>
                    <a:pt x="0" y="8"/>
                    <a:pt x="0" y="17"/>
                  </a:cubicBezTo>
                  <a:cubicBezTo>
                    <a:pt x="0" y="26"/>
                    <a:pt x="8" y="33"/>
                    <a:pt x="17" y="33"/>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362" name="Google Shape;1362;p45"/>
          <p:cNvGrpSpPr/>
          <p:nvPr/>
        </p:nvGrpSpPr>
        <p:grpSpPr>
          <a:xfrm>
            <a:off x="6877136" y="1904917"/>
            <a:ext cx="548645" cy="504743"/>
            <a:chOff x="4391280" y="1140120"/>
            <a:chExt cx="403920" cy="378000"/>
          </a:xfrm>
        </p:grpSpPr>
        <p:sp>
          <p:nvSpPr>
            <p:cNvPr id="1363" name="Google Shape;1363;p45"/>
            <p:cNvSpPr/>
            <p:nvPr/>
          </p:nvSpPr>
          <p:spPr>
            <a:xfrm>
              <a:off x="4546080" y="1145880"/>
              <a:ext cx="94320" cy="101880"/>
            </a:xfrm>
            <a:custGeom>
              <a:rect b="b" l="l" r="r" t="t"/>
              <a:pathLst>
                <a:path extrusionOk="0" h="283" w="262">
                  <a:moveTo>
                    <a:pt x="259" y="131"/>
                  </a:moveTo>
                  <a:lnTo>
                    <a:pt x="141" y="278"/>
                  </a:lnTo>
                  <a:cubicBezTo>
                    <a:pt x="136" y="285"/>
                    <a:pt x="126" y="285"/>
                    <a:pt x="121" y="278"/>
                  </a:cubicBezTo>
                  <a:lnTo>
                    <a:pt x="3" y="131"/>
                  </a:lnTo>
                  <a:cubicBezTo>
                    <a:pt x="-4" y="122"/>
                    <a:pt x="2" y="109"/>
                    <a:pt x="13" y="109"/>
                  </a:cubicBezTo>
                  <a:lnTo>
                    <a:pt x="45" y="109"/>
                  </a:lnTo>
                  <a:cubicBezTo>
                    <a:pt x="53" y="109"/>
                    <a:pt x="58" y="103"/>
                    <a:pt x="58" y="96"/>
                  </a:cubicBezTo>
                  <a:lnTo>
                    <a:pt x="58" y="14"/>
                  </a:lnTo>
                  <a:cubicBezTo>
                    <a:pt x="58" y="6"/>
                    <a:pt x="64" y="0"/>
                    <a:pt x="72" y="0"/>
                  </a:cubicBezTo>
                  <a:lnTo>
                    <a:pt x="191" y="0"/>
                  </a:lnTo>
                  <a:cubicBezTo>
                    <a:pt x="198" y="0"/>
                    <a:pt x="204" y="6"/>
                    <a:pt x="204" y="14"/>
                  </a:cubicBezTo>
                  <a:lnTo>
                    <a:pt x="204" y="96"/>
                  </a:lnTo>
                  <a:cubicBezTo>
                    <a:pt x="204" y="103"/>
                    <a:pt x="210" y="109"/>
                    <a:pt x="217" y="109"/>
                  </a:cubicBezTo>
                  <a:lnTo>
                    <a:pt x="249" y="109"/>
                  </a:lnTo>
                  <a:cubicBezTo>
                    <a:pt x="260" y="109"/>
                    <a:pt x="266" y="122"/>
                    <a:pt x="259" y="131"/>
                  </a:cubicBezTo>
                  <a:close/>
                </a:path>
              </a:pathLst>
            </a:custGeom>
            <a:solidFill>
              <a:srgbClr val="E24E4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4" name="Google Shape;1364;p45"/>
            <p:cNvSpPr/>
            <p:nvPr/>
          </p:nvSpPr>
          <p:spPr>
            <a:xfrm>
              <a:off x="4475520" y="1276920"/>
              <a:ext cx="52560" cy="182880"/>
            </a:xfrm>
            <a:custGeom>
              <a:rect b="b" l="l" r="r" t="t"/>
              <a:pathLst>
                <a:path extrusionOk="0" h="508" w="146">
                  <a:moveTo>
                    <a:pt x="132" y="0"/>
                  </a:moveTo>
                  <a:lnTo>
                    <a:pt x="13" y="0"/>
                  </a:lnTo>
                  <a:cubicBezTo>
                    <a:pt x="6" y="0"/>
                    <a:pt x="0" y="5"/>
                    <a:pt x="0" y="13"/>
                  </a:cubicBezTo>
                  <a:lnTo>
                    <a:pt x="0" y="495"/>
                  </a:lnTo>
                  <a:cubicBezTo>
                    <a:pt x="0" y="502"/>
                    <a:pt x="6" y="508"/>
                    <a:pt x="13" y="508"/>
                  </a:cubicBezTo>
                  <a:lnTo>
                    <a:pt x="132" y="508"/>
                  </a:lnTo>
                  <a:cubicBezTo>
                    <a:pt x="140" y="508"/>
                    <a:pt x="146" y="502"/>
                    <a:pt x="146" y="495"/>
                  </a:cubicBezTo>
                  <a:lnTo>
                    <a:pt x="146" y="13"/>
                  </a:lnTo>
                  <a:cubicBezTo>
                    <a:pt x="146" y="5"/>
                    <a:pt x="140" y="0"/>
                    <a:pt x="132" y="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5" name="Google Shape;1365;p45"/>
            <p:cNvSpPr/>
            <p:nvPr/>
          </p:nvSpPr>
          <p:spPr>
            <a:xfrm>
              <a:off x="4397040" y="1145880"/>
              <a:ext cx="392400" cy="366120"/>
            </a:xfrm>
            <a:custGeom>
              <a:rect b="b" l="l" r="r" t="t"/>
              <a:pathLst>
                <a:path extrusionOk="0" h="1017" w="1090">
                  <a:moveTo>
                    <a:pt x="73" y="931"/>
                  </a:moveTo>
                  <a:lnTo>
                    <a:pt x="73" y="14"/>
                  </a:lnTo>
                  <a:cubicBezTo>
                    <a:pt x="73" y="6"/>
                    <a:pt x="67" y="0"/>
                    <a:pt x="60" y="0"/>
                  </a:cubicBezTo>
                  <a:lnTo>
                    <a:pt x="14" y="0"/>
                  </a:lnTo>
                  <a:cubicBezTo>
                    <a:pt x="6" y="0"/>
                    <a:pt x="0" y="6"/>
                    <a:pt x="0" y="14"/>
                  </a:cubicBezTo>
                  <a:lnTo>
                    <a:pt x="0" y="1017"/>
                  </a:lnTo>
                  <a:lnTo>
                    <a:pt x="1077" y="1017"/>
                  </a:lnTo>
                  <a:cubicBezTo>
                    <a:pt x="1084" y="1017"/>
                    <a:pt x="1090" y="1011"/>
                    <a:pt x="1090" y="1004"/>
                  </a:cubicBezTo>
                  <a:lnTo>
                    <a:pt x="1090" y="958"/>
                  </a:lnTo>
                  <a:cubicBezTo>
                    <a:pt x="1090" y="951"/>
                    <a:pt x="1084" y="945"/>
                    <a:pt x="1077" y="945"/>
                  </a:cubicBezTo>
                  <a:lnTo>
                    <a:pt x="86" y="945"/>
                  </a:lnTo>
                  <a:cubicBezTo>
                    <a:pt x="79" y="945"/>
                    <a:pt x="73" y="939"/>
                    <a:pt x="73" y="931"/>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6" name="Google Shape;1366;p45"/>
            <p:cNvSpPr/>
            <p:nvPr/>
          </p:nvSpPr>
          <p:spPr>
            <a:xfrm>
              <a:off x="4684680" y="1381320"/>
              <a:ext cx="52560" cy="78480"/>
            </a:xfrm>
            <a:custGeom>
              <a:rect b="b" l="l" r="r" t="t"/>
              <a:pathLst>
                <a:path extrusionOk="0" h="218" w="146">
                  <a:moveTo>
                    <a:pt x="132" y="0"/>
                  </a:moveTo>
                  <a:lnTo>
                    <a:pt x="13" y="0"/>
                  </a:lnTo>
                  <a:cubicBezTo>
                    <a:pt x="6" y="0"/>
                    <a:pt x="0" y="6"/>
                    <a:pt x="0" y="13"/>
                  </a:cubicBezTo>
                  <a:lnTo>
                    <a:pt x="0" y="205"/>
                  </a:lnTo>
                  <a:cubicBezTo>
                    <a:pt x="0" y="212"/>
                    <a:pt x="6" y="218"/>
                    <a:pt x="13" y="218"/>
                  </a:cubicBezTo>
                  <a:lnTo>
                    <a:pt x="132" y="218"/>
                  </a:lnTo>
                  <a:cubicBezTo>
                    <a:pt x="140" y="218"/>
                    <a:pt x="146" y="212"/>
                    <a:pt x="146" y="205"/>
                  </a:cubicBezTo>
                  <a:lnTo>
                    <a:pt x="146" y="13"/>
                  </a:lnTo>
                  <a:cubicBezTo>
                    <a:pt x="146" y="6"/>
                    <a:pt x="140" y="0"/>
                    <a:pt x="132" y="0"/>
                  </a:cubicBezTo>
                  <a:close/>
                </a:path>
              </a:pathLst>
            </a:custGeom>
            <a:solidFill>
              <a:srgbClr val="008F95"/>
            </a:solidFill>
            <a:ln>
              <a:noFill/>
            </a:ln>
          </p:spPr>
          <p:txBody>
            <a:bodyPr anchorCtr="1" anchor="ctr" bIns="33475" lIns="90000" spcFirstLastPara="1" rIns="90000" wrap="square" tIns="33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7" name="Google Shape;1367;p45"/>
            <p:cNvSpPr/>
            <p:nvPr/>
          </p:nvSpPr>
          <p:spPr>
            <a:xfrm>
              <a:off x="4580280" y="1329120"/>
              <a:ext cx="52200" cy="130680"/>
            </a:xfrm>
            <a:custGeom>
              <a:rect b="b" l="l" r="r" t="t"/>
              <a:pathLst>
                <a:path extrusionOk="0" h="363" w="145">
                  <a:moveTo>
                    <a:pt x="132" y="0"/>
                  </a:moveTo>
                  <a:lnTo>
                    <a:pt x="13" y="0"/>
                  </a:lnTo>
                  <a:cubicBezTo>
                    <a:pt x="6" y="0"/>
                    <a:pt x="0" y="6"/>
                    <a:pt x="0" y="13"/>
                  </a:cubicBezTo>
                  <a:lnTo>
                    <a:pt x="0" y="350"/>
                  </a:lnTo>
                  <a:cubicBezTo>
                    <a:pt x="0" y="357"/>
                    <a:pt x="6" y="363"/>
                    <a:pt x="13" y="363"/>
                  </a:cubicBezTo>
                  <a:lnTo>
                    <a:pt x="132" y="363"/>
                  </a:lnTo>
                  <a:cubicBezTo>
                    <a:pt x="139" y="363"/>
                    <a:pt x="145" y="357"/>
                    <a:pt x="145" y="350"/>
                  </a:cubicBezTo>
                  <a:lnTo>
                    <a:pt x="145" y="13"/>
                  </a:lnTo>
                  <a:cubicBezTo>
                    <a:pt x="145" y="6"/>
                    <a:pt x="139" y="0"/>
                    <a:pt x="132" y="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8" name="Google Shape;1368;p45"/>
            <p:cNvSpPr/>
            <p:nvPr/>
          </p:nvSpPr>
          <p:spPr>
            <a:xfrm>
              <a:off x="4402080" y="1145880"/>
              <a:ext cx="25920" cy="340200"/>
            </a:xfrm>
            <a:custGeom>
              <a:rect b="b" l="l" r="r" t="t"/>
              <a:pathLst>
                <a:path extrusionOk="0" h="945" w="72">
                  <a:moveTo>
                    <a:pt x="13" y="14"/>
                  </a:moveTo>
                  <a:lnTo>
                    <a:pt x="13" y="931"/>
                  </a:lnTo>
                  <a:cubicBezTo>
                    <a:pt x="13" y="939"/>
                    <a:pt x="19" y="945"/>
                    <a:pt x="26" y="945"/>
                  </a:cubicBezTo>
                  <a:lnTo>
                    <a:pt x="72" y="945"/>
                  </a:lnTo>
                  <a:cubicBezTo>
                    <a:pt x="65" y="945"/>
                    <a:pt x="59" y="939"/>
                    <a:pt x="59" y="931"/>
                  </a:cubicBezTo>
                  <a:lnTo>
                    <a:pt x="59" y="14"/>
                  </a:lnTo>
                  <a:cubicBezTo>
                    <a:pt x="59" y="6"/>
                    <a:pt x="53" y="0"/>
                    <a:pt x="46" y="0"/>
                  </a:cubicBezTo>
                  <a:lnTo>
                    <a:pt x="0" y="0"/>
                  </a:lnTo>
                  <a:cubicBezTo>
                    <a:pt x="7" y="0"/>
                    <a:pt x="13" y="6"/>
                    <a:pt x="13" y="14"/>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9" name="Google Shape;1369;p45"/>
            <p:cNvSpPr/>
            <p:nvPr/>
          </p:nvSpPr>
          <p:spPr>
            <a:xfrm>
              <a:off x="4391280" y="1140120"/>
              <a:ext cx="403920" cy="378000"/>
            </a:xfrm>
            <a:custGeom>
              <a:rect b="b" l="l" r="r" t="t"/>
              <a:pathLst>
                <a:path extrusionOk="0" h="1050" w="1122">
                  <a:moveTo>
                    <a:pt x="1089" y="1017"/>
                  </a:moveTo>
                  <a:lnTo>
                    <a:pt x="1050" y="1017"/>
                  </a:lnTo>
                  <a:lnTo>
                    <a:pt x="1050" y="977"/>
                  </a:lnTo>
                  <a:lnTo>
                    <a:pt x="1089" y="977"/>
                  </a:lnTo>
                  <a:lnTo>
                    <a:pt x="1089" y="1017"/>
                  </a:lnTo>
                  <a:moveTo>
                    <a:pt x="33" y="33"/>
                  </a:moveTo>
                  <a:lnTo>
                    <a:pt x="73" y="33"/>
                  </a:lnTo>
                  <a:lnTo>
                    <a:pt x="73" y="73"/>
                  </a:lnTo>
                  <a:lnTo>
                    <a:pt x="33" y="73"/>
                  </a:lnTo>
                  <a:lnTo>
                    <a:pt x="33" y="33"/>
                  </a:lnTo>
                  <a:moveTo>
                    <a:pt x="1106" y="944"/>
                  </a:moveTo>
                  <a:lnTo>
                    <a:pt x="105" y="944"/>
                  </a:lnTo>
                  <a:lnTo>
                    <a:pt x="105" y="16"/>
                  </a:lnTo>
                  <a:cubicBezTo>
                    <a:pt x="105" y="7"/>
                    <a:pt x="98" y="0"/>
                    <a:pt x="89" y="0"/>
                  </a:cubicBezTo>
                  <a:lnTo>
                    <a:pt x="16" y="0"/>
                  </a:lnTo>
                  <a:cubicBezTo>
                    <a:pt x="12" y="0"/>
                    <a:pt x="8" y="2"/>
                    <a:pt x="5" y="5"/>
                  </a:cubicBezTo>
                  <a:cubicBezTo>
                    <a:pt x="2" y="8"/>
                    <a:pt x="0" y="12"/>
                    <a:pt x="0" y="16"/>
                  </a:cubicBezTo>
                  <a:lnTo>
                    <a:pt x="0" y="89"/>
                  </a:lnTo>
                  <a:lnTo>
                    <a:pt x="0" y="89"/>
                  </a:lnTo>
                  <a:lnTo>
                    <a:pt x="0" y="1033"/>
                  </a:lnTo>
                  <a:cubicBezTo>
                    <a:pt x="0" y="1042"/>
                    <a:pt x="7" y="1050"/>
                    <a:pt x="16" y="1050"/>
                  </a:cubicBezTo>
                  <a:lnTo>
                    <a:pt x="130" y="1050"/>
                  </a:lnTo>
                  <a:cubicBezTo>
                    <a:pt x="139" y="1050"/>
                    <a:pt x="147" y="1042"/>
                    <a:pt x="147" y="1033"/>
                  </a:cubicBezTo>
                  <a:cubicBezTo>
                    <a:pt x="147" y="1024"/>
                    <a:pt x="139" y="1017"/>
                    <a:pt x="130" y="1017"/>
                  </a:cubicBezTo>
                  <a:lnTo>
                    <a:pt x="33" y="1017"/>
                  </a:lnTo>
                  <a:lnTo>
                    <a:pt x="33" y="105"/>
                  </a:lnTo>
                  <a:lnTo>
                    <a:pt x="73" y="105"/>
                  </a:lnTo>
                  <a:lnTo>
                    <a:pt x="73" y="961"/>
                  </a:lnTo>
                  <a:cubicBezTo>
                    <a:pt x="73" y="970"/>
                    <a:pt x="80" y="977"/>
                    <a:pt x="89" y="977"/>
                  </a:cubicBezTo>
                  <a:lnTo>
                    <a:pt x="1017" y="977"/>
                  </a:lnTo>
                  <a:lnTo>
                    <a:pt x="1017" y="1017"/>
                  </a:lnTo>
                  <a:lnTo>
                    <a:pt x="196" y="1017"/>
                  </a:lnTo>
                  <a:cubicBezTo>
                    <a:pt x="187" y="1017"/>
                    <a:pt x="179" y="1024"/>
                    <a:pt x="179" y="1033"/>
                  </a:cubicBezTo>
                  <a:cubicBezTo>
                    <a:pt x="179" y="1042"/>
                    <a:pt x="187" y="1050"/>
                    <a:pt x="196" y="1050"/>
                  </a:cubicBezTo>
                  <a:lnTo>
                    <a:pt x="1106" y="1050"/>
                  </a:lnTo>
                  <a:cubicBezTo>
                    <a:pt x="1115" y="1050"/>
                    <a:pt x="1122" y="1042"/>
                    <a:pt x="1122" y="1033"/>
                  </a:cubicBezTo>
                  <a:lnTo>
                    <a:pt x="1122" y="961"/>
                  </a:lnTo>
                  <a:cubicBezTo>
                    <a:pt x="1122" y="952"/>
                    <a:pt x="1115" y="944"/>
                    <a:pt x="1106" y="944"/>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0" name="Google Shape;1370;p45"/>
            <p:cNvSpPr/>
            <p:nvPr/>
          </p:nvSpPr>
          <p:spPr>
            <a:xfrm>
              <a:off x="4678920" y="1375560"/>
              <a:ext cx="64080" cy="90000"/>
            </a:xfrm>
            <a:custGeom>
              <a:rect b="b" l="l" r="r" t="t"/>
              <a:pathLst>
                <a:path extrusionOk="0" h="250" w="178">
                  <a:moveTo>
                    <a:pt x="33" y="33"/>
                  </a:moveTo>
                  <a:lnTo>
                    <a:pt x="145" y="33"/>
                  </a:lnTo>
                  <a:lnTo>
                    <a:pt x="145" y="218"/>
                  </a:lnTo>
                  <a:lnTo>
                    <a:pt x="33" y="218"/>
                  </a:lnTo>
                  <a:lnTo>
                    <a:pt x="33" y="33"/>
                  </a:lnTo>
                  <a:moveTo>
                    <a:pt x="16" y="250"/>
                  </a:moveTo>
                  <a:lnTo>
                    <a:pt x="162" y="250"/>
                  </a:lnTo>
                  <a:cubicBezTo>
                    <a:pt x="171" y="250"/>
                    <a:pt x="178" y="243"/>
                    <a:pt x="178" y="234"/>
                  </a:cubicBezTo>
                  <a:lnTo>
                    <a:pt x="178" y="16"/>
                  </a:lnTo>
                  <a:cubicBezTo>
                    <a:pt x="178" y="7"/>
                    <a:pt x="171" y="0"/>
                    <a:pt x="162" y="0"/>
                  </a:cubicBezTo>
                  <a:lnTo>
                    <a:pt x="16" y="0"/>
                  </a:lnTo>
                  <a:cubicBezTo>
                    <a:pt x="7" y="0"/>
                    <a:pt x="0" y="7"/>
                    <a:pt x="0" y="16"/>
                  </a:cubicBezTo>
                  <a:lnTo>
                    <a:pt x="0" y="234"/>
                  </a:lnTo>
                  <a:cubicBezTo>
                    <a:pt x="0" y="243"/>
                    <a:pt x="7" y="250"/>
                    <a:pt x="16" y="250"/>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1" name="Google Shape;1371;p45"/>
            <p:cNvSpPr/>
            <p:nvPr/>
          </p:nvSpPr>
          <p:spPr>
            <a:xfrm>
              <a:off x="4574160" y="1323000"/>
              <a:ext cx="64440" cy="142560"/>
            </a:xfrm>
            <a:custGeom>
              <a:rect b="b" l="l" r="r" t="t"/>
              <a:pathLst>
                <a:path extrusionOk="0" h="396" w="179">
                  <a:moveTo>
                    <a:pt x="33" y="33"/>
                  </a:moveTo>
                  <a:lnTo>
                    <a:pt x="146" y="33"/>
                  </a:lnTo>
                  <a:lnTo>
                    <a:pt x="146" y="364"/>
                  </a:lnTo>
                  <a:lnTo>
                    <a:pt x="33" y="364"/>
                  </a:lnTo>
                  <a:lnTo>
                    <a:pt x="33" y="33"/>
                  </a:lnTo>
                  <a:moveTo>
                    <a:pt x="0" y="17"/>
                  </a:moveTo>
                  <a:lnTo>
                    <a:pt x="0" y="380"/>
                  </a:lnTo>
                  <a:cubicBezTo>
                    <a:pt x="0" y="389"/>
                    <a:pt x="8" y="396"/>
                    <a:pt x="17" y="396"/>
                  </a:cubicBezTo>
                  <a:lnTo>
                    <a:pt x="162" y="396"/>
                  </a:lnTo>
                  <a:cubicBezTo>
                    <a:pt x="171" y="396"/>
                    <a:pt x="179" y="389"/>
                    <a:pt x="179" y="380"/>
                  </a:cubicBezTo>
                  <a:lnTo>
                    <a:pt x="179" y="17"/>
                  </a:lnTo>
                  <a:cubicBezTo>
                    <a:pt x="179" y="8"/>
                    <a:pt x="171" y="0"/>
                    <a:pt x="162" y="0"/>
                  </a:cubicBezTo>
                  <a:lnTo>
                    <a:pt x="17" y="0"/>
                  </a:lnTo>
                  <a:cubicBezTo>
                    <a:pt x="8" y="0"/>
                    <a:pt x="0" y="8"/>
                    <a:pt x="0" y="17"/>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2" name="Google Shape;1372;p45"/>
            <p:cNvSpPr/>
            <p:nvPr/>
          </p:nvSpPr>
          <p:spPr>
            <a:xfrm>
              <a:off x="4469760" y="1270800"/>
              <a:ext cx="64080" cy="194760"/>
            </a:xfrm>
            <a:custGeom>
              <a:rect b="b" l="l" r="r" t="t"/>
              <a:pathLst>
                <a:path extrusionOk="0" h="541" w="178">
                  <a:moveTo>
                    <a:pt x="33" y="33"/>
                  </a:moveTo>
                  <a:lnTo>
                    <a:pt x="145" y="33"/>
                  </a:lnTo>
                  <a:lnTo>
                    <a:pt x="145" y="509"/>
                  </a:lnTo>
                  <a:lnTo>
                    <a:pt x="33" y="509"/>
                  </a:lnTo>
                  <a:lnTo>
                    <a:pt x="33" y="33"/>
                  </a:lnTo>
                  <a:moveTo>
                    <a:pt x="16" y="541"/>
                  </a:moveTo>
                  <a:lnTo>
                    <a:pt x="162" y="541"/>
                  </a:lnTo>
                  <a:cubicBezTo>
                    <a:pt x="171" y="541"/>
                    <a:pt x="178" y="534"/>
                    <a:pt x="178" y="525"/>
                  </a:cubicBezTo>
                  <a:lnTo>
                    <a:pt x="178" y="17"/>
                  </a:lnTo>
                  <a:cubicBezTo>
                    <a:pt x="178" y="7"/>
                    <a:pt x="171" y="0"/>
                    <a:pt x="162" y="0"/>
                  </a:cubicBezTo>
                  <a:lnTo>
                    <a:pt x="16" y="0"/>
                  </a:lnTo>
                  <a:cubicBezTo>
                    <a:pt x="7" y="0"/>
                    <a:pt x="0" y="7"/>
                    <a:pt x="0" y="17"/>
                  </a:cubicBezTo>
                  <a:lnTo>
                    <a:pt x="0" y="525"/>
                  </a:lnTo>
                  <a:cubicBezTo>
                    <a:pt x="0" y="534"/>
                    <a:pt x="7" y="541"/>
                    <a:pt x="16" y="541"/>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3" name="Google Shape;1373;p45"/>
            <p:cNvSpPr/>
            <p:nvPr/>
          </p:nvSpPr>
          <p:spPr>
            <a:xfrm>
              <a:off x="4534920" y="1140120"/>
              <a:ext cx="116640" cy="116280"/>
            </a:xfrm>
            <a:custGeom>
              <a:rect b="b" l="l" r="r" t="t"/>
              <a:pathLst>
                <a:path extrusionOk="0" h="323" w="324">
                  <a:moveTo>
                    <a:pt x="89" y="142"/>
                  </a:moveTo>
                  <a:cubicBezTo>
                    <a:pt x="99" y="142"/>
                    <a:pt x="106" y="134"/>
                    <a:pt x="106" y="125"/>
                  </a:cubicBezTo>
                  <a:lnTo>
                    <a:pt x="106" y="33"/>
                  </a:lnTo>
                  <a:lnTo>
                    <a:pt x="218" y="33"/>
                  </a:lnTo>
                  <a:lnTo>
                    <a:pt x="218" y="125"/>
                  </a:lnTo>
                  <a:cubicBezTo>
                    <a:pt x="218" y="134"/>
                    <a:pt x="226" y="142"/>
                    <a:pt x="235" y="142"/>
                  </a:cubicBezTo>
                  <a:lnTo>
                    <a:pt x="273" y="142"/>
                  </a:lnTo>
                  <a:lnTo>
                    <a:pt x="162" y="281"/>
                  </a:lnTo>
                  <a:lnTo>
                    <a:pt x="51" y="142"/>
                  </a:lnTo>
                  <a:lnTo>
                    <a:pt x="89" y="142"/>
                  </a:lnTo>
                  <a:moveTo>
                    <a:pt x="149" y="317"/>
                  </a:moveTo>
                  <a:cubicBezTo>
                    <a:pt x="152" y="321"/>
                    <a:pt x="157" y="323"/>
                    <a:pt x="162" y="323"/>
                  </a:cubicBezTo>
                  <a:cubicBezTo>
                    <a:pt x="167" y="323"/>
                    <a:pt x="172" y="321"/>
                    <a:pt x="175" y="317"/>
                  </a:cubicBezTo>
                  <a:lnTo>
                    <a:pt x="320" y="136"/>
                  </a:lnTo>
                  <a:cubicBezTo>
                    <a:pt x="324" y="131"/>
                    <a:pt x="325" y="124"/>
                    <a:pt x="322" y="118"/>
                  </a:cubicBezTo>
                  <a:cubicBezTo>
                    <a:pt x="319" y="113"/>
                    <a:pt x="314" y="109"/>
                    <a:pt x="307" y="109"/>
                  </a:cubicBezTo>
                  <a:lnTo>
                    <a:pt x="251" y="109"/>
                  </a:lnTo>
                  <a:lnTo>
                    <a:pt x="251" y="16"/>
                  </a:lnTo>
                  <a:cubicBezTo>
                    <a:pt x="251" y="7"/>
                    <a:pt x="244" y="0"/>
                    <a:pt x="235" y="0"/>
                  </a:cubicBezTo>
                  <a:lnTo>
                    <a:pt x="89" y="0"/>
                  </a:lnTo>
                  <a:cubicBezTo>
                    <a:pt x="80" y="0"/>
                    <a:pt x="73" y="7"/>
                    <a:pt x="73" y="16"/>
                  </a:cubicBezTo>
                  <a:lnTo>
                    <a:pt x="73" y="109"/>
                  </a:lnTo>
                  <a:lnTo>
                    <a:pt x="17" y="109"/>
                  </a:lnTo>
                  <a:cubicBezTo>
                    <a:pt x="11" y="109"/>
                    <a:pt x="5" y="113"/>
                    <a:pt x="2" y="118"/>
                  </a:cubicBezTo>
                  <a:cubicBezTo>
                    <a:pt x="-1" y="124"/>
                    <a:pt x="0" y="131"/>
                    <a:pt x="4" y="136"/>
                  </a:cubicBezTo>
                  <a:lnTo>
                    <a:pt x="149" y="317"/>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4" name="Google Shape;1374;p45"/>
            <p:cNvSpPr/>
            <p:nvPr/>
          </p:nvSpPr>
          <p:spPr>
            <a:xfrm>
              <a:off x="4691880" y="1349280"/>
              <a:ext cx="38160" cy="11880"/>
            </a:xfrm>
            <a:custGeom>
              <a:rect b="b" l="l" r="r" t="t"/>
              <a:pathLst>
                <a:path extrusionOk="0" h="33" w="106">
                  <a:moveTo>
                    <a:pt x="17" y="33"/>
                  </a:moveTo>
                  <a:lnTo>
                    <a:pt x="89" y="33"/>
                  </a:lnTo>
                  <a:cubicBezTo>
                    <a:pt x="98" y="33"/>
                    <a:pt x="106" y="26"/>
                    <a:pt x="106" y="16"/>
                  </a:cubicBezTo>
                  <a:cubicBezTo>
                    <a:pt x="106" y="7"/>
                    <a:pt x="98" y="0"/>
                    <a:pt x="89" y="0"/>
                  </a:cubicBezTo>
                  <a:lnTo>
                    <a:pt x="17" y="0"/>
                  </a:lnTo>
                  <a:cubicBezTo>
                    <a:pt x="8" y="0"/>
                    <a:pt x="0" y="7"/>
                    <a:pt x="0" y="16"/>
                  </a:cubicBezTo>
                  <a:cubicBezTo>
                    <a:pt x="0" y="26"/>
                    <a:pt x="8" y="33"/>
                    <a:pt x="17" y="33"/>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5" name="Google Shape;1375;p45"/>
            <p:cNvSpPr/>
            <p:nvPr/>
          </p:nvSpPr>
          <p:spPr>
            <a:xfrm>
              <a:off x="4587480" y="1297080"/>
              <a:ext cx="37800" cy="11880"/>
            </a:xfrm>
            <a:custGeom>
              <a:rect b="b" l="l" r="r" t="t"/>
              <a:pathLst>
                <a:path extrusionOk="0" h="33" w="105">
                  <a:moveTo>
                    <a:pt x="89" y="33"/>
                  </a:moveTo>
                  <a:cubicBezTo>
                    <a:pt x="98" y="33"/>
                    <a:pt x="105" y="25"/>
                    <a:pt x="105" y="16"/>
                  </a:cubicBezTo>
                  <a:cubicBezTo>
                    <a:pt x="105" y="7"/>
                    <a:pt x="98" y="0"/>
                    <a:pt x="89" y="0"/>
                  </a:cubicBezTo>
                  <a:lnTo>
                    <a:pt x="16" y="0"/>
                  </a:lnTo>
                  <a:cubicBezTo>
                    <a:pt x="7" y="0"/>
                    <a:pt x="0" y="7"/>
                    <a:pt x="0" y="16"/>
                  </a:cubicBezTo>
                  <a:cubicBezTo>
                    <a:pt x="0" y="25"/>
                    <a:pt x="7" y="33"/>
                    <a:pt x="16" y="33"/>
                  </a:cubicBezTo>
                  <a:lnTo>
                    <a:pt x="89" y="33"/>
                  </a:ln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76" name="Google Shape;1376;p45"/>
            <p:cNvSpPr/>
            <p:nvPr/>
          </p:nvSpPr>
          <p:spPr>
            <a:xfrm>
              <a:off x="4482720" y="1244520"/>
              <a:ext cx="38160" cy="11880"/>
            </a:xfrm>
            <a:custGeom>
              <a:rect b="b" l="l" r="r" t="t"/>
              <a:pathLst>
                <a:path extrusionOk="0" h="33" w="106">
                  <a:moveTo>
                    <a:pt x="17" y="33"/>
                  </a:moveTo>
                  <a:lnTo>
                    <a:pt x="89" y="33"/>
                  </a:lnTo>
                  <a:cubicBezTo>
                    <a:pt x="98" y="33"/>
                    <a:pt x="106" y="26"/>
                    <a:pt x="106" y="17"/>
                  </a:cubicBezTo>
                  <a:cubicBezTo>
                    <a:pt x="106" y="8"/>
                    <a:pt x="98" y="0"/>
                    <a:pt x="89" y="0"/>
                  </a:cubicBezTo>
                  <a:lnTo>
                    <a:pt x="17" y="0"/>
                  </a:lnTo>
                  <a:cubicBezTo>
                    <a:pt x="7" y="0"/>
                    <a:pt x="0" y="8"/>
                    <a:pt x="0" y="17"/>
                  </a:cubicBezTo>
                  <a:cubicBezTo>
                    <a:pt x="0" y="26"/>
                    <a:pt x="7" y="33"/>
                    <a:pt x="17" y="33"/>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377" name="Google Shape;1377;p45"/>
          <p:cNvGrpSpPr/>
          <p:nvPr/>
        </p:nvGrpSpPr>
        <p:grpSpPr>
          <a:xfrm>
            <a:off x="4297677" y="1971687"/>
            <a:ext cx="548654" cy="438914"/>
            <a:chOff x="975600" y="2661480"/>
            <a:chExt cx="414360" cy="334080"/>
          </a:xfrm>
        </p:grpSpPr>
        <p:sp>
          <p:nvSpPr>
            <p:cNvPr id="1378" name="Google Shape;1378;p45"/>
            <p:cNvSpPr/>
            <p:nvPr/>
          </p:nvSpPr>
          <p:spPr>
            <a:xfrm>
              <a:off x="981360" y="2962800"/>
              <a:ext cx="402480" cy="27000"/>
            </a:xfrm>
            <a:custGeom>
              <a:rect b="b" l="l" r="r" t="t"/>
              <a:pathLst>
                <a:path extrusionOk="0" h="75" w="1118">
                  <a:moveTo>
                    <a:pt x="14" y="0"/>
                  </a:moveTo>
                  <a:cubicBezTo>
                    <a:pt x="6" y="0"/>
                    <a:pt x="0" y="6"/>
                    <a:pt x="0" y="14"/>
                  </a:cubicBezTo>
                  <a:lnTo>
                    <a:pt x="0" y="61"/>
                  </a:lnTo>
                  <a:cubicBezTo>
                    <a:pt x="0" y="69"/>
                    <a:pt x="6" y="75"/>
                    <a:pt x="14" y="75"/>
                  </a:cubicBezTo>
                  <a:lnTo>
                    <a:pt x="1105" y="75"/>
                  </a:lnTo>
                  <a:cubicBezTo>
                    <a:pt x="1112" y="75"/>
                    <a:pt x="1118" y="69"/>
                    <a:pt x="1118" y="61"/>
                  </a:cubicBezTo>
                  <a:lnTo>
                    <a:pt x="1118" y="14"/>
                  </a:lnTo>
                  <a:cubicBezTo>
                    <a:pt x="1118" y="6"/>
                    <a:pt x="1112" y="0"/>
                    <a:pt x="1105" y="0"/>
                  </a:cubicBezTo>
                  <a:lnTo>
                    <a:pt x="14" y="0"/>
                  </a:ln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9" name="Google Shape;1379;p45"/>
            <p:cNvSpPr/>
            <p:nvPr/>
          </p:nvSpPr>
          <p:spPr>
            <a:xfrm>
              <a:off x="1008360" y="2721240"/>
              <a:ext cx="26640" cy="27000"/>
            </a:xfrm>
            <a:custGeom>
              <a:rect b="b" l="l" r="r" t="t"/>
              <a:pathLst>
                <a:path extrusionOk="0" h="75" w="74">
                  <a:moveTo>
                    <a:pt x="74" y="38"/>
                  </a:moveTo>
                  <a:cubicBezTo>
                    <a:pt x="74" y="58"/>
                    <a:pt x="58" y="75"/>
                    <a:pt x="37" y="75"/>
                  </a:cubicBezTo>
                  <a:cubicBezTo>
                    <a:pt x="17" y="75"/>
                    <a:pt x="0" y="58"/>
                    <a:pt x="0" y="38"/>
                  </a:cubicBezTo>
                  <a:cubicBezTo>
                    <a:pt x="0" y="17"/>
                    <a:pt x="17" y="0"/>
                    <a:pt x="37" y="0"/>
                  </a:cubicBezTo>
                  <a:cubicBezTo>
                    <a:pt x="58" y="0"/>
                    <a:pt x="74" y="17"/>
                    <a:pt x="74" y="38"/>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0" name="Google Shape;1380;p45"/>
            <p:cNvSpPr/>
            <p:nvPr/>
          </p:nvSpPr>
          <p:spPr>
            <a:xfrm>
              <a:off x="1115640" y="2774880"/>
              <a:ext cx="27000" cy="27000"/>
            </a:xfrm>
            <a:custGeom>
              <a:rect b="b" l="l" r="r" t="t"/>
              <a:pathLst>
                <a:path extrusionOk="0" h="75" w="75">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1" name="Google Shape;1381;p45"/>
            <p:cNvSpPr/>
            <p:nvPr/>
          </p:nvSpPr>
          <p:spPr>
            <a:xfrm>
              <a:off x="1222920" y="2721240"/>
              <a:ext cx="27000" cy="27000"/>
            </a:xfrm>
            <a:custGeom>
              <a:rect b="b" l="l" r="r" t="t"/>
              <a:pathLst>
                <a:path extrusionOk="0" h="75" w="75">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2" name="Google Shape;1382;p45"/>
            <p:cNvSpPr/>
            <p:nvPr/>
          </p:nvSpPr>
          <p:spPr>
            <a:xfrm>
              <a:off x="1330200" y="2667600"/>
              <a:ext cx="27000" cy="27000"/>
            </a:xfrm>
            <a:custGeom>
              <a:rect b="b" l="l" r="r" t="t"/>
              <a:pathLst>
                <a:path extrusionOk="0" h="75" w="75">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3" name="Google Shape;1383;p45"/>
            <p:cNvSpPr/>
            <p:nvPr/>
          </p:nvSpPr>
          <p:spPr>
            <a:xfrm>
              <a:off x="1316880" y="2748240"/>
              <a:ext cx="53640" cy="187920"/>
            </a:xfrm>
            <a:custGeom>
              <a:rect b="b" l="l" r="r" t="t"/>
              <a:pathLst>
                <a:path extrusionOk="0" h="522" w="149">
                  <a:moveTo>
                    <a:pt x="135" y="0"/>
                  </a:moveTo>
                  <a:lnTo>
                    <a:pt x="13" y="0"/>
                  </a:lnTo>
                  <a:cubicBezTo>
                    <a:pt x="6" y="0"/>
                    <a:pt x="0" y="6"/>
                    <a:pt x="0" y="13"/>
                  </a:cubicBezTo>
                  <a:lnTo>
                    <a:pt x="0" y="508"/>
                  </a:lnTo>
                  <a:cubicBezTo>
                    <a:pt x="0" y="516"/>
                    <a:pt x="6" y="522"/>
                    <a:pt x="13" y="522"/>
                  </a:cubicBezTo>
                  <a:lnTo>
                    <a:pt x="135" y="522"/>
                  </a:lnTo>
                  <a:cubicBezTo>
                    <a:pt x="143" y="522"/>
                    <a:pt x="149" y="516"/>
                    <a:pt x="149" y="508"/>
                  </a:cubicBezTo>
                  <a:lnTo>
                    <a:pt x="149" y="13"/>
                  </a:lnTo>
                  <a:cubicBezTo>
                    <a:pt x="149" y="6"/>
                    <a:pt x="143" y="0"/>
                    <a:pt x="135" y="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4" name="Google Shape;1384;p45"/>
            <p:cNvSpPr/>
            <p:nvPr/>
          </p:nvSpPr>
          <p:spPr>
            <a:xfrm>
              <a:off x="1209600" y="2801880"/>
              <a:ext cx="53640" cy="134280"/>
            </a:xfrm>
            <a:custGeom>
              <a:rect b="b" l="l" r="r" t="t"/>
              <a:pathLst>
                <a:path extrusionOk="0" h="373" w="149">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5" name="Google Shape;1385;p45"/>
            <p:cNvSpPr/>
            <p:nvPr/>
          </p:nvSpPr>
          <p:spPr>
            <a:xfrm>
              <a:off x="1102320" y="2855520"/>
              <a:ext cx="53640" cy="80640"/>
            </a:xfrm>
            <a:custGeom>
              <a:rect b="b" l="l" r="r" t="t"/>
              <a:pathLst>
                <a:path extrusionOk="0" h="224" w="149">
                  <a:moveTo>
                    <a:pt x="135" y="0"/>
                  </a:moveTo>
                  <a:lnTo>
                    <a:pt x="13" y="0"/>
                  </a:lnTo>
                  <a:cubicBezTo>
                    <a:pt x="6" y="0"/>
                    <a:pt x="0" y="6"/>
                    <a:pt x="0" y="13"/>
                  </a:cubicBezTo>
                  <a:lnTo>
                    <a:pt x="0" y="210"/>
                  </a:lnTo>
                  <a:cubicBezTo>
                    <a:pt x="0" y="218"/>
                    <a:pt x="6" y="224"/>
                    <a:pt x="13" y="224"/>
                  </a:cubicBezTo>
                  <a:lnTo>
                    <a:pt x="135" y="224"/>
                  </a:lnTo>
                  <a:cubicBezTo>
                    <a:pt x="143" y="224"/>
                    <a:pt x="149" y="218"/>
                    <a:pt x="149" y="210"/>
                  </a:cubicBezTo>
                  <a:lnTo>
                    <a:pt x="149" y="13"/>
                  </a:lnTo>
                  <a:cubicBezTo>
                    <a:pt x="149" y="6"/>
                    <a:pt x="143" y="0"/>
                    <a:pt x="135" y="0"/>
                  </a:cubicBezTo>
                  <a:close/>
                </a:path>
              </a:pathLst>
            </a:custGeom>
            <a:solidFill>
              <a:srgbClr val="008F95"/>
            </a:solidFill>
            <a:ln>
              <a:noFill/>
            </a:ln>
          </p:spPr>
          <p:txBody>
            <a:bodyPr anchorCtr="1" anchor="ctr" bIns="35625" lIns="90000" spcFirstLastPara="1" rIns="90000" wrap="square" tIns="356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6" name="Google Shape;1386;p45"/>
            <p:cNvSpPr/>
            <p:nvPr/>
          </p:nvSpPr>
          <p:spPr>
            <a:xfrm>
              <a:off x="995040" y="2801880"/>
              <a:ext cx="53640" cy="134280"/>
            </a:xfrm>
            <a:custGeom>
              <a:rect b="b" l="l" r="r" t="t"/>
              <a:pathLst>
                <a:path extrusionOk="0" h="373" w="149">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7" name="Google Shape;1387;p45"/>
            <p:cNvSpPr/>
            <p:nvPr/>
          </p:nvSpPr>
          <p:spPr>
            <a:xfrm>
              <a:off x="975600" y="2956680"/>
              <a:ext cx="414360" cy="38880"/>
            </a:xfrm>
            <a:custGeom>
              <a:rect b="b" l="l" r="r" t="t"/>
              <a:pathLst>
                <a:path extrusionOk="0" h="108" w="1151">
                  <a:moveTo>
                    <a:pt x="1117" y="75"/>
                  </a:moveTo>
                  <a:lnTo>
                    <a:pt x="1077" y="75"/>
                  </a:lnTo>
                  <a:lnTo>
                    <a:pt x="1077" y="34"/>
                  </a:lnTo>
                  <a:lnTo>
                    <a:pt x="1117" y="34"/>
                  </a:lnTo>
                  <a:lnTo>
                    <a:pt x="1117" y="75"/>
                  </a:lnTo>
                  <a:moveTo>
                    <a:pt x="74" y="75"/>
                  </a:moveTo>
                  <a:lnTo>
                    <a:pt x="33" y="75"/>
                  </a:lnTo>
                  <a:lnTo>
                    <a:pt x="33" y="34"/>
                  </a:lnTo>
                  <a:lnTo>
                    <a:pt x="74" y="34"/>
                  </a:lnTo>
                  <a:lnTo>
                    <a:pt x="74" y="75"/>
                  </a:lnTo>
                  <a:moveTo>
                    <a:pt x="1134" y="0"/>
                  </a:moveTo>
                  <a:lnTo>
                    <a:pt x="91" y="0"/>
                  </a:lnTo>
                  <a:lnTo>
                    <a:pt x="91" y="0"/>
                  </a:lnTo>
                  <a:lnTo>
                    <a:pt x="91" y="0"/>
                  </a:lnTo>
                  <a:lnTo>
                    <a:pt x="16" y="0"/>
                  </a:lnTo>
                  <a:cubicBezTo>
                    <a:pt x="12" y="0"/>
                    <a:pt x="8" y="2"/>
                    <a:pt x="4" y="5"/>
                  </a:cubicBezTo>
                  <a:cubicBezTo>
                    <a:pt x="1" y="8"/>
                    <a:pt x="0" y="13"/>
                    <a:pt x="0" y="17"/>
                  </a:cubicBezTo>
                  <a:lnTo>
                    <a:pt x="0" y="92"/>
                  </a:lnTo>
                  <a:cubicBezTo>
                    <a:pt x="0" y="101"/>
                    <a:pt x="7" y="108"/>
                    <a:pt x="16" y="108"/>
                  </a:cubicBezTo>
                  <a:lnTo>
                    <a:pt x="243" y="108"/>
                  </a:lnTo>
                  <a:cubicBezTo>
                    <a:pt x="253" y="108"/>
                    <a:pt x="260" y="101"/>
                    <a:pt x="260" y="92"/>
                  </a:cubicBezTo>
                  <a:cubicBezTo>
                    <a:pt x="260" y="82"/>
                    <a:pt x="253" y="75"/>
                    <a:pt x="243" y="75"/>
                  </a:cubicBezTo>
                  <a:lnTo>
                    <a:pt x="108" y="75"/>
                  </a:lnTo>
                  <a:lnTo>
                    <a:pt x="108" y="34"/>
                  </a:lnTo>
                  <a:lnTo>
                    <a:pt x="1043" y="34"/>
                  </a:lnTo>
                  <a:lnTo>
                    <a:pt x="1043" y="75"/>
                  </a:lnTo>
                  <a:lnTo>
                    <a:pt x="311" y="75"/>
                  </a:lnTo>
                  <a:cubicBezTo>
                    <a:pt x="302" y="75"/>
                    <a:pt x="294" y="82"/>
                    <a:pt x="294" y="92"/>
                  </a:cubicBezTo>
                  <a:cubicBezTo>
                    <a:pt x="294" y="101"/>
                    <a:pt x="302" y="108"/>
                    <a:pt x="311" y="108"/>
                  </a:cubicBezTo>
                  <a:lnTo>
                    <a:pt x="1134" y="108"/>
                  </a:lnTo>
                  <a:cubicBezTo>
                    <a:pt x="1144" y="108"/>
                    <a:pt x="1151" y="101"/>
                    <a:pt x="1151" y="92"/>
                  </a:cubicBezTo>
                  <a:lnTo>
                    <a:pt x="1151" y="17"/>
                  </a:lnTo>
                  <a:cubicBezTo>
                    <a:pt x="1151" y="8"/>
                    <a:pt x="1144" y="0"/>
                    <a:pt x="1134"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88" name="Google Shape;1388;p45"/>
            <p:cNvSpPr/>
            <p:nvPr/>
          </p:nvSpPr>
          <p:spPr>
            <a:xfrm>
              <a:off x="1096200" y="2849400"/>
              <a:ext cx="65880" cy="92520"/>
            </a:xfrm>
            <a:custGeom>
              <a:rect b="b" l="l" r="r" t="t"/>
              <a:pathLst>
                <a:path extrusionOk="0" h="257" w="183">
                  <a:moveTo>
                    <a:pt x="149" y="224"/>
                  </a:moveTo>
                  <a:lnTo>
                    <a:pt x="34" y="224"/>
                  </a:lnTo>
                  <a:lnTo>
                    <a:pt x="34" y="34"/>
                  </a:lnTo>
                  <a:lnTo>
                    <a:pt x="149" y="34"/>
                  </a:lnTo>
                  <a:lnTo>
                    <a:pt x="149" y="224"/>
                  </a:lnTo>
                  <a:moveTo>
                    <a:pt x="17" y="0"/>
                  </a:moveTo>
                  <a:cubicBezTo>
                    <a:pt x="7" y="0"/>
                    <a:pt x="0" y="8"/>
                    <a:pt x="0" y="17"/>
                  </a:cubicBezTo>
                  <a:lnTo>
                    <a:pt x="0" y="241"/>
                  </a:lnTo>
                  <a:cubicBezTo>
                    <a:pt x="0" y="250"/>
                    <a:pt x="7" y="257"/>
                    <a:pt x="17" y="257"/>
                  </a:cubicBezTo>
                  <a:lnTo>
                    <a:pt x="166" y="257"/>
                  </a:lnTo>
                  <a:cubicBezTo>
                    <a:pt x="175" y="257"/>
                    <a:pt x="183" y="250"/>
                    <a:pt x="183" y="241"/>
                  </a:cubicBezTo>
                  <a:lnTo>
                    <a:pt x="183" y="17"/>
                  </a:lnTo>
                  <a:cubicBezTo>
                    <a:pt x="183" y="8"/>
                    <a:pt x="175" y="0"/>
                    <a:pt x="166" y="0"/>
                  </a:cubicBezTo>
                  <a:lnTo>
                    <a:pt x="17" y="0"/>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89" name="Google Shape;1389;p45"/>
            <p:cNvSpPr/>
            <p:nvPr/>
          </p:nvSpPr>
          <p:spPr>
            <a:xfrm>
              <a:off x="1203480" y="2795760"/>
              <a:ext cx="65880" cy="146160"/>
            </a:xfrm>
            <a:custGeom>
              <a:rect b="b" l="l" r="r" t="t"/>
              <a:pathLst>
                <a:path extrusionOk="0" h="406" w="183">
                  <a:moveTo>
                    <a:pt x="149" y="373"/>
                  </a:moveTo>
                  <a:lnTo>
                    <a:pt x="34" y="373"/>
                  </a:lnTo>
                  <a:lnTo>
                    <a:pt x="34" y="34"/>
                  </a:lnTo>
                  <a:lnTo>
                    <a:pt x="149" y="34"/>
                  </a:lnTo>
                  <a:lnTo>
                    <a:pt x="149" y="373"/>
                  </a:lnTo>
                  <a:moveTo>
                    <a:pt x="17" y="0"/>
                  </a:moveTo>
                  <a:cubicBezTo>
                    <a:pt x="7" y="0"/>
                    <a:pt x="0" y="8"/>
                    <a:pt x="0" y="17"/>
                  </a:cubicBezTo>
                  <a:lnTo>
                    <a:pt x="0" y="390"/>
                  </a:lnTo>
                  <a:cubicBezTo>
                    <a:pt x="0" y="399"/>
                    <a:pt x="7" y="406"/>
                    <a:pt x="17" y="406"/>
                  </a:cubicBezTo>
                  <a:lnTo>
                    <a:pt x="166" y="406"/>
                  </a:lnTo>
                  <a:cubicBezTo>
                    <a:pt x="175" y="406"/>
                    <a:pt x="183" y="399"/>
                    <a:pt x="183" y="390"/>
                  </a:cubicBezTo>
                  <a:lnTo>
                    <a:pt x="183" y="17"/>
                  </a:lnTo>
                  <a:cubicBezTo>
                    <a:pt x="183" y="8"/>
                    <a:pt x="175" y="0"/>
                    <a:pt x="166" y="0"/>
                  </a:cubicBezTo>
                  <a:lnTo>
                    <a:pt x="17" y="0"/>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0" name="Google Shape;1390;p45"/>
            <p:cNvSpPr/>
            <p:nvPr/>
          </p:nvSpPr>
          <p:spPr>
            <a:xfrm>
              <a:off x="988920" y="2795760"/>
              <a:ext cx="65880" cy="146160"/>
            </a:xfrm>
            <a:custGeom>
              <a:rect b="b" l="l" r="r" t="t"/>
              <a:pathLst>
                <a:path extrusionOk="0" h="406" w="183">
                  <a:moveTo>
                    <a:pt x="34" y="34"/>
                  </a:moveTo>
                  <a:lnTo>
                    <a:pt x="149" y="34"/>
                  </a:lnTo>
                  <a:lnTo>
                    <a:pt x="149" y="373"/>
                  </a:lnTo>
                  <a:lnTo>
                    <a:pt x="34" y="373"/>
                  </a:lnTo>
                  <a:lnTo>
                    <a:pt x="34" y="34"/>
                  </a:lnTo>
                  <a:moveTo>
                    <a:pt x="17" y="406"/>
                  </a:moveTo>
                  <a:lnTo>
                    <a:pt x="166" y="406"/>
                  </a:lnTo>
                  <a:cubicBezTo>
                    <a:pt x="175" y="406"/>
                    <a:pt x="183" y="399"/>
                    <a:pt x="183" y="390"/>
                  </a:cubicBezTo>
                  <a:lnTo>
                    <a:pt x="183" y="17"/>
                  </a:lnTo>
                  <a:cubicBezTo>
                    <a:pt x="183" y="8"/>
                    <a:pt x="175" y="0"/>
                    <a:pt x="166" y="0"/>
                  </a:cubicBezTo>
                  <a:lnTo>
                    <a:pt x="17" y="0"/>
                  </a:lnTo>
                  <a:cubicBezTo>
                    <a:pt x="7" y="0"/>
                    <a:pt x="0" y="8"/>
                    <a:pt x="0" y="17"/>
                  </a:cubicBezTo>
                  <a:lnTo>
                    <a:pt x="0" y="390"/>
                  </a:lnTo>
                  <a:cubicBezTo>
                    <a:pt x="0" y="399"/>
                    <a:pt x="7" y="406"/>
                    <a:pt x="17" y="406"/>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1" name="Google Shape;1391;p45"/>
            <p:cNvSpPr/>
            <p:nvPr/>
          </p:nvSpPr>
          <p:spPr>
            <a:xfrm>
              <a:off x="1310760" y="2742120"/>
              <a:ext cx="65880" cy="199800"/>
            </a:xfrm>
            <a:custGeom>
              <a:rect b="b" l="l" r="r" t="t"/>
              <a:pathLst>
                <a:path extrusionOk="0" h="555" w="183">
                  <a:moveTo>
                    <a:pt x="34" y="34"/>
                  </a:moveTo>
                  <a:lnTo>
                    <a:pt x="149" y="34"/>
                  </a:lnTo>
                  <a:lnTo>
                    <a:pt x="149" y="522"/>
                  </a:lnTo>
                  <a:lnTo>
                    <a:pt x="34" y="522"/>
                  </a:lnTo>
                  <a:lnTo>
                    <a:pt x="34" y="34"/>
                  </a:lnTo>
                  <a:moveTo>
                    <a:pt x="0" y="17"/>
                  </a:moveTo>
                  <a:lnTo>
                    <a:pt x="0" y="539"/>
                  </a:lnTo>
                  <a:cubicBezTo>
                    <a:pt x="0" y="548"/>
                    <a:pt x="8" y="555"/>
                    <a:pt x="17" y="555"/>
                  </a:cubicBezTo>
                  <a:lnTo>
                    <a:pt x="166" y="555"/>
                  </a:lnTo>
                  <a:cubicBezTo>
                    <a:pt x="175" y="555"/>
                    <a:pt x="183" y="548"/>
                    <a:pt x="183" y="539"/>
                  </a:cubicBezTo>
                  <a:lnTo>
                    <a:pt x="183" y="17"/>
                  </a:lnTo>
                  <a:cubicBezTo>
                    <a:pt x="183" y="8"/>
                    <a:pt x="175" y="0"/>
                    <a:pt x="166" y="0"/>
                  </a:cubicBezTo>
                  <a:lnTo>
                    <a:pt x="17" y="0"/>
                  </a:lnTo>
                  <a:cubicBezTo>
                    <a:pt x="8" y="0"/>
                    <a:pt x="0" y="8"/>
                    <a:pt x="0" y="17"/>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2" name="Google Shape;1392;p45"/>
            <p:cNvSpPr/>
            <p:nvPr/>
          </p:nvSpPr>
          <p:spPr>
            <a:xfrm>
              <a:off x="1002240" y="2661480"/>
              <a:ext cx="361080" cy="146520"/>
            </a:xfrm>
            <a:custGeom>
              <a:rect b="b" l="l" r="r" t="t"/>
              <a:pathLst>
                <a:path extrusionOk="0" h="407" w="1003">
                  <a:moveTo>
                    <a:pt x="54" y="183"/>
                  </a:moveTo>
                  <a:cubicBezTo>
                    <a:pt x="65" y="183"/>
                    <a:pt x="75" y="192"/>
                    <a:pt x="75" y="204"/>
                  </a:cubicBezTo>
                  <a:cubicBezTo>
                    <a:pt x="75" y="215"/>
                    <a:pt x="65" y="224"/>
                    <a:pt x="54" y="224"/>
                  </a:cubicBezTo>
                  <a:cubicBezTo>
                    <a:pt x="43" y="224"/>
                    <a:pt x="34" y="215"/>
                    <a:pt x="34" y="204"/>
                  </a:cubicBezTo>
                  <a:cubicBezTo>
                    <a:pt x="34" y="192"/>
                    <a:pt x="43" y="183"/>
                    <a:pt x="54" y="183"/>
                  </a:cubicBezTo>
                  <a:moveTo>
                    <a:pt x="352" y="332"/>
                  </a:moveTo>
                  <a:cubicBezTo>
                    <a:pt x="363" y="332"/>
                    <a:pt x="373" y="341"/>
                    <a:pt x="373" y="353"/>
                  </a:cubicBezTo>
                  <a:cubicBezTo>
                    <a:pt x="373" y="364"/>
                    <a:pt x="363" y="373"/>
                    <a:pt x="352" y="373"/>
                  </a:cubicBezTo>
                  <a:cubicBezTo>
                    <a:pt x="341" y="373"/>
                    <a:pt x="332" y="364"/>
                    <a:pt x="332" y="353"/>
                  </a:cubicBezTo>
                  <a:cubicBezTo>
                    <a:pt x="332" y="341"/>
                    <a:pt x="341" y="332"/>
                    <a:pt x="352" y="332"/>
                  </a:cubicBezTo>
                  <a:moveTo>
                    <a:pt x="650" y="183"/>
                  </a:moveTo>
                  <a:cubicBezTo>
                    <a:pt x="662" y="183"/>
                    <a:pt x="671" y="192"/>
                    <a:pt x="671" y="204"/>
                  </a:cubicBezTo>
                  <a:cubicBezTo>
                    <a:pt x="671" y="215"/>
                    <a:pt x="662" y="224"/>
                    <a:pt x="650" y="224"/>
                  </a:cubicBezTo>
                  <a:cubicBezTo>
                    <a:pt x="639" y="224"/>
                    <a:pt x="630" y="215"/>
                    <a:pt x="630" y="204"/>
                  </a:cubicBezTo>
                  <a:cubicBezTo>
                    <a:pt x="630" y="192"/>
                    <a:pt x="639" y="183"/>
                    <a:pt x="650" y="183"/>
                  </a:cubicBezTo>
                  <a:moveTo>
                    <a:pt x="948" y="34"/>
                  </a:moveTo>
                  <a:cubicBezTo>
                    <a:pt x="960" y="34"/>
                    <a:pt x="969" y="43"/>
                    <a:pt x="969" y="55"/>
                  </a:cubicBezTo>
                  <a:cubicBezTo>
                    <a:pt x="969" y="66"/>
                    <a:pt x="960" y="75"/>
                    <a:pt x="948" y="75"/>
                  </a:cubicBezTo>
                  <a:cubicBezTo>
                    <a:pt x="937" y="75"/>
                    <a:pt x="928" y="66"/>
                    <a:pt x="928" y="55"/>
                  </a:cubicBezTo>
                  <a:cubicBezTo>
                    <a:pt x="928" y="43"/>
                    <a:pt x="937" y="34"/>
                    <a:pt x="948" y="34"/>
                  </a:cubicBezTo>
                  <a:moveTo>
                    <a:pt x="54" y="258"/>
                  </a:moveTo>
                  <a:cubicBezTo>
                    <a:pt x="69" y="258"/>
                    <a:pt x="83" y="252"/>
                    <a:pt x="93" y="242"/>
                  </a:cubicBezTo>
                  <a:lnTo>
                    <a:pt x="299" y="345"/>
                  </a:lnTo>
                  <a:cubicBezTo>
                    <a:pt x="298" y="347"/>
                    <a:pt x="298" y="350"/>
                    <a:pt x="298" y="353"/>
                  </a:cubicBezTo>
                  <a:cubicBezTo>
                    <a:pt x="298" y="383"/>
                    <a:pt x="322" y="407"/>
                    <a:pt x="352" y="407"/>
                  </a:cubicBezTo>
                  <a:cubicBezTo>
                    <a:pt x="382" y="407"/>
                    <a:pt x="406" y="383"/>
                    <a:pt x="406" y="353"/>
                  </a:cubicBezTo>
                  <a:cubicBezTo>
                    <a:pt x="406" y="347"/>
                    <a:pt x="406" y="342"/>
                    <a:pt x="404" y="337"/>
                  </a:cubicBezTo>
                  <a:lnTo>
                    <a:pt x="618" y="247"/>
                  </a:lnTo>
                  <a:cubicBezTo>
                    <a:pt x="627" y="254"/>
                    <a:pt x="638" y="258"/>
                    <a:pt x="650" y="258"/>
                  </a:cubicBezTo>
                  <a:cubicBezTo>
                    <a:pt x="680" y="258"/>
                    <a:pt x="704" y="233"/>
                    <a:pt x="704" y="204"/>
                  </a:cubicBezTo>
                  <a:cubicBezTo>
                    <a:pt x="704" y="203"/>
                    <a:pt x="704" y="202"/>
                    <a:pt x="704" y="201"/>
                  </a:cubicBezTo>
                  <a:lnTo>
                    <a:pt x="907" y="89"/>
                  </a:lnTo>
                  <a:cubicBezTo>
                    <a:pt x="917" y="101"/>
                    <a:pt x="932" y="109"/>
                    <a:pt x="948" y="109"/>
                  </a:cubicBezTo>
                  <a:cubicBezTo>
                    <a:pt x="978" y="109"/>
                    <a:pt x="1003" y="84"/>
                    <a:pt x="1003" y="55"/>
                  </a:cubicBezTo>
                  <a:cubicBezTo>
                    <a:pt x="1003" y="25"/>
                    <a:pt x="978" y="0"/>
                    <a:pt x="948" y="0"/>
                  </a:cubicBezTo>
                  <a:cubicBezTo>
                    <a:pt x="919" y="0"/>
                    <a:pt x="894" y="25"/>
                    <a:pt x="894" y="55"/>
                  </a:cubicBezTo>
                  <a:cubicBezTo>
                    <a:pt x="894" y="56"/>
                    <a:pt x="894" y="56"/>
                    <a:pt x="894" y="57"/>
                  </a:cubicBezTo>
                  <a:lnTo>
                    <a:pt x="692" y="169"/>
                  </a:lnTo>
                  <a:cubicBezTo>
                    <a:pt x="682" y="157"/>
                    <a:pt x="667" y="150"/>
                    <a:pt x="650" y="150"/>
                  </a:cubicBezTo>
                  <a:cubicBezTo>
                    <a:pt x="620" y="150"/>
                    <a:pt x="596" y="174"/>
                    <a:pt x="596" y="204"/>
                  </a:cubicBezTo>
                  <a:cubicBezTo>
                    <a:pt x="596" y="209"/>
                    <a:pt x="597" y="214"/>
                    <a:pt x="598" y="219"/>
                  </a:cubicBezTo>
                  <a:lnTo>
                    <a:pt x="384" y="309"/>
                  </a:lnTo>
                  <a:cubicBezTo>
                    <a:pt x="375" y="302"/>
                    <a:pt x="364" y="299"/>
                    <a:pt x="352" y="299"/>
                  </a:cubicBezTo>
                  <a:cubicBezTo>
                    <a:pt x="337" y="299"/>
                    <a:pt x="324" y="305"/>
                    <a:pt x="314" y="315"/>
                  </a:cubicBezTo>
                  <a:lnTo>
                    <a:pt x="108" y="212"/>
                  </a:lnTo>
                  <a:cubicBezTo>
                    <a:pt x="108" y="209"/>
                    <a:pt x="108" y="206"/>
                    <a:pt x="108" y="204"/>
                  </a:cubicBezTo>
                  <a:cubicBezTo>
                    <a:pt x="108" y="174"/>
                    <a:pt x="84" y="150"/>
                    <a:pt x="54" y="150"/>
                  </a:cubicBezTo>
                  <a:cubicBezTo>
                    <a:pt x="24" y="150"/>
                    <a:pt x="0" y="174"/>
                    <a:pt x="0" y="204"/>
                  </a:cubicBezTo>
                  <a:cubicBezTo>
                    <a:pt x="0" y="233"/>
                    <a:pt x="24" y="258"/>
                    <a:pt x="54" y="25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393" name="Google Shape;1393;p45"/>
          <p:cNvGrpSpPr/>
          <p:nvPr/>
        </p:nvGrpSpPr>
        <p:grpSpPr>
          <a:xfrm rot="899858">
            <a:off x="4214975" y="4207883"/>
            <a:ext cx="613580" cy="1034852"/>
            <a:chOff x="6814440" y="1026720"/>
            <a:chExt cx="1223280" cy="2063160"/>
          </a:xfrm>
        </p:grpSpPr>
        <p:sp>
          <p:nvSpPr>
            <p:cNvPr id="1394" name="Google Shape;1394;p45"/>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5" name="Google Shape;1395;p45"/>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6" name="Google Shape;1396;p45"/>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397" name="Google Shape;1397;p45"/>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8" name="Google Shape;1398;p45"/>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9" name="Google Shape;1399;p45"/>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0" name="Google Shape;1400;p45"/>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pic>
        <p:nvPicPr>
          <p:cNvPr id="1405" name="Google Shape;1405;p46" title="BestPrunedTree.png"/>
          <p:cNvPicPr preferRelativeResize="0"/>
          <p:nvPr/>
        </p:nvPicPr>
        <p:blipFill>
          <a:blip r:embed="rId3">
            <a:alphaModFix/>
          </a:blip>
          <a:stretch>
            <a:fillRect/>
          </a:stretch>
        </p:blipFill>
        <p:spPr>
          <a:xfrm>
            <a:off x="630850" y="1244323"/>
            <a:ext cx="5457901" cy="3180450"/>
          </a:xfrm>
          <a:prstGeom prst="rect">
            <a:avLst/>
          </a:prstGeom>
          <a:noFill/>
          <a:ln cap="flat" cmpd="sng" w="9525">
            <a:solidFill>
              <a:srgbClr val="000000"/>
            </a:solidFill>
            <a:prstDash val="solid"/>
            <a:round/>
            <a:headEnd len="sm" w="sm" type="none"/>
            <a:tailEnd len="sm" w="sm" type="none"/>
          </a:ln>
        </p:spPr>
      </p:pic>
      <p:pic>
        <p:nvPicPr>
          <p:cNvPr id="1406" name="Google Shape;1406;p46"/>
          <p:cNvPicPr preferRelativeResize="0"/>
          <p:nvPr/>
        </p:nvPicPr>
        <p:blipFill>
          <a:blip r:embed="rId4">
            <a:alphaModFix/>
          </a:blip>
          <a:stretch>
            <a:fillRect/>
          </a:stretch>
        </p:blipFill>
        <p:spPr>
          <a:xfrm>
            <a:off x="6171124" y="2901464"/>
            <a:ext cx="2386225" cy="152331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47"/>
          <p:cNvSpPr txBox="1"/>
          <p:nvPr>
            <p:ph type="title"/>
          </p:nvPr>
        </p:nvSpPr>
        <p:spPr>
          <a:xfrm>
            <a:off x="1320400" y="2101475"/>
            <a:ext cx="5074800" cy="14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Discussion</a:t>
            </a:r>
            <a:endParaRPr/>
          </a:p>
        </p:txBody>
      </p:sp>
      <p:sp>
        <p:nvSpPr>
          <p:cNvPr id="1412" name="Google Shape;1412;p47"/>
          <p:cNvSpPr txBox="1"/>
          <p:nvPr>
            <p:ph idx="2" type="title"/>
          </p:nvPr>
        </p:nvSpPr>
        <p:spPr>
          <a:xfrm>
            <a:off x="5820275" y="1154975"/>
            <a:ext cx="1905300" cy="109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grpSp>
        <p:nvGrpSpPr>
          <p:cNvPr id="1413" name="Google Shape;1413;p47"/>
          <p:cNvGrpSpPr/>
          <p:nvPr/>
        </p:nvGrpSpPr>
        <p:grpSpPr>
          <a:xfrm>
            <a:off x="896410" y="1154974"/>
            <a:ext cx="8191495" cy="3912334"/>
            <a:chOff x="896410" y="1154974"/>
            <a:chExt cx="8191495" cy="3912334"/>
          </a:xfrm>
        </p:grpSpPr>
        <p:sp>
          <p:nvSpPr>
            <p:cNvPr id="1414" name="Google Shape;1414;p47"/>
            <p:cNvSpPr/>
            <p:nvPr/>
          </p:nvSpPr>
          <p:spPr>
            <a:xfrm rot="5400000">
              <a:off x="4917523" y="1266997"/>
              <a:ext cx="523440" cy="866160"/>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415" name="Google Shape;1415;p47"/>
            <p:cNvGrpSpPr/>
            <p:nvPr/>
          </p:nvGrpSpPr>
          <p:grpSpPr>
            <a:xfrm>
              <a:off x="6869363" y="2991188"/>
              <a:ext cx="2218542" cy="2076120"/>
              <a:chOff x="8037720" y="3846600"/>
              <a:chExt cx="1923480" cy="1800000"/>
            </a:xfrm>
          </p:grpSpPr>
          <p:sp>
            <p:nvSpPr>
              <p:cNvPr id="1416" name="Google Shape;1416;p47"/>
              <p:cNvSpPr/>
              <p:nvPr/>
            </p:nvSpPr>
            <p:spPr>
              <a:xfrm>
                <a:off x="8037720" y="4034160"/>
                <a:ext cx="1923480" cy="1612440"/>
              </a:xfrm>
              <a:custGeom>
                <a:rect b="b" l="l" r="r" t="t"/>
                <a:pathLst>
                  <a:path extrusionOk="0" h="4479" w="5343">
                    <a:moveTo>
                      <a:pt x="5343" y="4479"/>
                    </a:moveTo>
                    <a:lnTo>
                      <a:pt x="0" y="4479"/>
                    </a:lnTo>
                    <a:lnTo>
                      <a:pt x="0" y="0"/>
                    </a:lnTo>
                    <a:lnTo>
                      <a:pt x="5343" y="0"/>
                    </a:lnTo>
                    <a:lnTo>
                      <a:pt x="5343" y="4479"/>
                    </a:lnTo>
                    <a:close/>
                  </a:path>
                </a:pathLst>
              </a:custGeom>
              <a:solidFill>
                <a:schemeClr val="accent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7" name="Google Shape;1417;p47"/>
              <p:cNvSpPr/>
              <p:nvPr/>
            </p:nvSpPr>
            <p:spPr>
              <a:xfrm>
                <a:off x="834408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18" name="Google Shape;1418;p47"/>
              <p:cNvSpPr/>
              <p:nvPr/>
            </p:nvSpPr>
            <p:spPr>
              <a:xfrm>
                <a:off x="817488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9" name="Google Shape;1419;p47"/>
              <p:cNvSpPr/>
              <p:nvPr/>
            </p:nvSpPr>
            <p:spPr>
              <a:xfrm>
                <a:off x="9549720" y="5468760"/>
                <a:ext cx="300960" cy="46800"/>
              </a:xfrm>
              <a:custGeom>
                <a:rect b="b" l="l" r="r" t="t"/>
                <a:pathLst>
                  <a:path extrusionOk="0" h="130" w="836">
                    <a:moveTo>
                      <a:pt x="836" y="130"/>
                    </a:moveTo>
                    <a:lnTo>
                      <a:pt x="0" y="130"/>
                    </a:lnTo>
                    <a:lnTo>
                      <a:pt x="0" y="0"/>
                    </a:lnTo>
                    <a:lnTo>
                      <a:pt x="836" y="0"/>
                    </a:lnTo>
                    <a:lnTo>
                      <a:pt x="836" y="13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20" name="Google Shape;1420;p47"/>
              <p:cNvSpPr/>
              <p:nvPr/>
            </p:nvSpPr>
            <p:spPr>
              <a:xfrm>
                <a:off x="9380520" y="5432760"/>
                <a:ext cx="118440" cy="118440"/>
              </a:xfrm>
              <a:custGeom>
                <a:rect b="b" l="l" r="r" t="t"/>
                <a:pathLst>
                  <a:path extrusionOk="0" h="329" w="329">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1" name="Google Shape;1421;p47"/>
              <p:cNvSpPr/>
              <p:nvPr/>
            </p:nvSpPr>
            <p:spPr>
              <a:xfrm>
                <a:off x="8037720" y="3846600"/>
                <a:ext cx="1923480" cy="187560"/>
              </a:xfrm>
              <a:custGeom>
                <a:rect b="b" l="l" r="r" t="t"/>
                <a:pathLst>
                  <a:path extrusionOk="0" h="521" w="5343">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2" name="Google Shape;1422;p47"/>
              <p:cNvSpPr/>
              <p:nvPr/>
            </p:nvSpPr>
            <p:spPr>
              <a:xfrm>
                <a:off x="8120520" y="3897360"/>
                <a:ext cx="86040" cy="86040"/>
              </a:xfrm>
              <a:custGeom>
                <a:rect b="b" l="l" r="r" t="t"/>
                <a:pathLst>
                  <a:path extrusionOk="0" h="239" w="239">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3" name="Google Shape;1423;p47"/>
              <p:cNvSpPr/>
              <p:nvPr/>
            </p:nvSpPr>
            <p:spPr>
              <a:xfrm>
                <a:off x="8253720" y="3897360"/>
                <a:ext cx="86040" cy="86040"/>
              </a:xfrm>
              <a:custGeom>
                <a:rect b="b" l="l" r="r" t="t"/>
                <a:pathLst>
                  <a:path extrusionOk="0" h="239" w="239">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4" name="Google Shape;1424;p47"/>
              <p:cNvSpPr/>
              <p:nvPr/>
            </p:nvSpPr>
            <p:spPr>
              <a:xfrm>
                <a:off x="8386920" y="3897360"/>
                <a:ext cx="86040" cy="86040"/>
              </a:xfrm>
              <a:custGeom>
                <a:rect b="b" l="l" r="r" t="t"/>
                <a:pathLst>
                  <a:path extrusionOk="0" h="239" w="239">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41025" lIns="90000" spcFirstLastPara="1" rIns="90000" wrap="square" tIns="41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5" name="Google Shape;1425;p47"/>
              <p:cNvSpPr/>
              <p:nvPr/>
            </p:nvSpPr>
            <p:spPr>
              <a:xfrm>
                <a:off x="8379000" y="4149720"/>
                <a:ext cx="1240920" cy="1241280"/>
              </a:xfrm>
              <a:custGeom>
                <a:rect b="b" l="l" r="r" t="t"/>
                <a:pathLst>
                  <a:path extrusionOk="0" h="3448" w="3447">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6" name="Google Shape;1426;p47"/>
              <p:cNvSpPr/>
              <p:nvPr/>
            </p:nvSpPr>
            <p:spPr>
              <a:xfrm>
                <a:off x="8590320" y="4363200"/>
                <a:ext cx="795240" cy="795600"/>
              </a:xfrm>
              <a:custGeom>
                <a:rect b="b" l="l" r="r" t="t"/>
                <a:pathLst>
                  <a:path extrusionOk="0" h="2210" w="2209">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7" name="Google Shape;1427;p47"/>
              <p:cNvSpPr/>
              <p:nvPr/>
            </p:nvSpPr>
            <p:spPr>
              <a:xfrm>
                <a:off x="8526600" y="4341240"/>
                <a:ext cx="392040" cy="370080"/>
              </a:xfrm>
              <a:custGeom>
                <a:rect b="b" l="l" r="r" t="t"/>
                <a:pathLst>
                  <a:path extrusionOk="0" h="1028" w="1089">
                    <a:moveTo>
                      <a:pt x="0" y="845"/>
                    </a:moveTo>
                    <a:cubicBezTo>
                      <a:pt x="64" y="458"/>
                      <a:pt x="329" y="140"/>
                      <a:pt x="683" y="0"/>
                    </a:cubicBezTo>
                    <a:lnTo>
                      <a:pt x="1089" y="1028"/>
                    </a:lnTo>
                    <a:lnTo>
                      <a:pt x="0" y="845"/>
                    </a:lnTo>
                    <a:close/>
                  </a:path>
                </a:pathLst>
              </a:custGeom>
              <a:solidFill>
                <a:srgbClr val="FF4D3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428" name="Google Shape;1428;p47"/>
            <p:cNvSpPr/>
            <p:nvPr/>
          </p:nvSpPr>
          <p:spPr>
            <a:xfrm>
              <a:off x="896410" y="1154974"/>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411"/>
                                        </p:tgtEl>
                                        <p:attrNameLst>
                                          <p:attrName>style.visibility</p:attrName>
                                        </p:attrNameLst>
                                      </p:cBhvr>
                                      <p:to>
                                        <p:strVal val="visible"/>
                                      </p:to>
                                    </p:set>
                                    <p:anim calcmode="lin" valueType="num">
                                      <p:cBhvr additive="base">
                                        <p:cTn dur="1000"/>
                                        <p:tgtEl>
                                          <p:spTgt spid="1411"/>
                                        </p:tgtEl>
                                        <p:attrNameLst>
                                          <p:attrName>ppt_w</p:attrName>
                                        </p:attrNameLst>
                                      </p:cBhvr>
                                      <p:tavLst>
                                        <p:tav fmla="" tm="0">
                                          <p:val>
                                            <p:strVal val="0"/>
                                          </p:val>
                                        </p:tav>
                                        <p:tav fmla="" tm="100000">
                                          <p:val>
                                            <p:strVal val="#ppt_w"/>
                                          </p:val>
                                        </p:tav>
                                      </p:tavLst>
                                    </p:anim>
                                    <p:anim calcmode="lin" valueType="num">
                                      <p:cBhvr additive="base">
                                        <p:cTn dur="1000"/>
                                        <p:tgtEl>
                                          <p:spTgt spid="141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48"/>
          <p:cNvSpPr txBox="1"/>
          <p:nvPr>
            <p:ph type="title"/>
          </p:nvPr>
        </p:nvSpPr>
        <p:spPr>
          <a:xfrm>
            <a:off x="896750" y="7127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Insights</a:t>
            </a:r>
            <a:r>
              <a:rPr lang="en"/>
              <a:t> &amp; Findings</a:t>
            </a:r>
            <a:endParaRPr/>
          </a:p>
        </p:txBody>
      </p:sp>
      <p:sp>
        <p:nvSpPr>
          <p:cNvPr id="1434" name="Google Shape;1434;p48"/>
          <p:cNvSpPr txBox="1"/>
          <p:nvPr>
            <p:ph idx="3" type="subTitle"/>
          </p:nvPr>
        </p:nvSpPr>
        <p:spPr>
          <a:xfrm>
            <a:off x="4849700" y="1645950"/>
            <a:ext cx="3581100" cy="7716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t>Students with </a:t>
            </a:r>
            <a:r>
              <a:rPr lang="en"/>
              <a:t>access to internet &amp; the </a:t>
            </a:r>
            <a:r>
              <a:rPr lang="en"/>
              <a:t>desire for higher education —&gt; perform </a:t>
            </a:r>
            <a:r>
              <a:rPr lang="en"/>
              <a:t>better </a:t>
            </a:r>
            <a:endParaRPr/>
          </a:p>
        </p:txBody>
      </p:sp>
      <p:sp>
        <p:nvSpPr>
          <p:cNvPr id="1435" name="Google Shape;1435;p48"/>
          <p:cNvSpPr txBox="1"/>
          <p:nvPr>
            <p:ph idx="3" type="subTitle"/>
          </p:nvPr>
        </p:nvSpPr>
        <p:spPr>
          <a:xfrm>
            <a:off x="4869150" y="2588975"/>
            <a:ext cx="3581100" cy="8619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t>Parental education → student performance</a:t>
            </a:r>
            <a:endParaRPr/>
          </a:p>
          <a:p>
            <a:pPr indent="0" lvl="0" marL="0" rtl="0" algn="ctr">
              <a:lnSpc>
                <a:spcPct val="100000"/>
              </a:lnSpc>
              <a:spcBef>
                <a:spcPts val="0"/>
              </a:spcBef>
              <a:spcAft>
                <a:spcPts val="0"/>
              </a:spcAft>
              <a:buNone/>
            </a:pPr>
            <a:r>
              <a:rPr lang="en"/>
              <a:t>Performance can be impacted negatively from social outings</a:t>
            </a:r>
            <a:endParaRPr/>
          </a:p>
        </p:txBody>
      </p:sp>
      <p:sp>
        <p:nvSpPr>
          <p:cNvPr id="1436" name="Google Shape;1436;p48"/>
          <p:cNvSpPr txBox="1"/>
          <p:nvPr/>
        </p:nvSpPr>
        <p:spPr>
          <a:xfrm>
            <a:off x="773650" y="1672275"/>
            <a:ext cx="3083100" cy="6849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Days One"/>
                <a:ea typeface="Days One"/>
                <a:cs typeface="Days One"/>
                <a:sym typeface="Days One"/>
              </a:rPr>
              <a:t>Resource Access &amp; Ambition</a:t>
            </a:r>
            <a:endParaRPr b="1" sz="1600">
              <a:solidFill>
                <a:schemeClr val="dk1"/>
              </a:solidFill>
              <a:latin typeface="Days One"/>
              <a:ea typeface="Days One"/>
              <a:cs typeface="Days One"/>
              <a:sym typeface="Days One"/>
            </a:endParaRPr>
          </a:p>
        </p:txBody>
      </p:sp>
      <p:sp>
        <p:nvSpPr>
          <p:cNvPr id="1437" name="Google Shape;1437;p48"/>
          <p:cNvSpPr txBox="1"/>
          <p:nvPr/>
        </p:nvSpPr>
        <p:spPr>
          <a:xfrm>
            <a:off x="775281" y="2552382"/>
            <a:ext cx="3083100" cy="935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Days One"/>
                <a:ea typeface="Days One"/>
                <a:cs typeface="Days One"/>
                <a:sym typeface="Days One"/>
              </a:rPr>
              <a:t>Impact of Parental Background &amp; Social Behavior</a:t>
            </a:r>
            <a:endParaRPr b="1" sz="1600">
              <a:solidFill>
                <a:schemeClr val="dk1"/>
              </a:solidFill>
              <a:latin typeface="Days One"/>
              <a:ea typeface="Days One"/>
              <a:cs typeface="Days One"/>
              <a:sym typeface="Days One"/>
            </a:endParaRPr>
          </a:p>
        </p:txBody>
      </p:sp>
      <p:sp>
        <p:nvSpPr>
          <p:cNvPr id="1438" name="Google Shape;1438;p48"/>
          <p:cNvSpPr txBox="1"/>
          <p:nvPr/>
        </p:nvSpPr>
        <p:spPr>
          <a:xfrm>
            <a:off x="773656" y="3682664"/>
            <a:ext cx="3083100" cy="6849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Days One"/>
                <a:ea typeface="Days One"/>
                <a:cs typeface="Days One"/>
                <a:sym typeface="Days One"/>
              </a:rPr>
              <a:t>Machine Learning Effectiveness</a:t>
            </a:r>
            <a:endParaRPr b="1" sz="1600">
              <a:solidFill>
                <a:schemeClr val="dk1"/>
              </a:solidFill>
              <a:latin typeface="Days One"/>
              <a:ea typeface="Days One"/>
              <a:cs typeface="Days One"/>
              <a:sym typeface="Days One"/>
            </a:endParaRPr>
          </a:p>
        </p:txBody>
      </p:sp>
      <p:sp>
        <p:nvSpPr>
          <p:cNvPr id="1439" name="Google Shape;1439;p48"/>
          <p:cNvSpPr txBox="1"/>
          <p:nvPr>
            <p:ph idx="3" type="subTitle"/>
          </p:nvPr>
        </p:nvSpPr>
        <p:spPr>
          <a:xfrm>
            <a:off x="4849700" y="3686575"/>
            <a:ext cx="3581100" cy="9351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t>MLR, Regression Trees, and kNN →  used </a:t>
            </a:r>
            <a:endParaRPr/>
          </a:p>
          <a:p>
            <a:pPr indent="0" lvl="0" marL="0" rtl="0" algn="ctr">
              <a:lnSpc>
                <a:spcPct val="100000"/>
              </a:lnSpc>
              <a:spcBef>
                <a:spcPts val="0"/>
              </a:spcBef>
              <a:spcAft>
                <a:spcPts val="0"/>
              </a:spcAft>
              <a:buNone/>
            </a:pPr>
            <a:r>
              <a:rPr lang="en"/>
              <a:t>Backward MLR or kNN with screened variables (-.1/.1) → best models</a:t>
            </a:r>
            <a:endParaRPr/>
          </a:p>
        </p:txBody>
      </p:sp>
      <p:sp>
        <p:nvSpPr>
          <p:cNvPr id="1440" name="Google Shape;1440;p48"/>
          <p:cNvSpPr/>
          <p:nvPr/>
        </p:nvSpPr>
        <p:spPr>
          <a:xfrm rot="5400000">
            <a:off x="4255397" y="1714297"/>
            <a:ext cx="329098" cy="634901"/>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1" name="Google Shape;1441;p48"/>
          <p:cNvSpPr/>
          <p:nvPr/>
        </p:nvSpPr>
        <p:spPr>
          <a:xfrm rot="5400000">
            <a:off x="4255397" y="2710985"/>
            <a:ext cx="329098" cy="634901"/>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2" name="Google Shape;1442;p48"/>
          <p:cNvSpPr/>
          <p:nvPr/>
        </p:nvSpPr>
        <p:spPr>
          <a:xfrm rot="5400000">
            <a:off x="4255397" y="3707672"/>
            <a:ext cx="329098" cy="634901"/>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49"/>
          <p:cNvSpPr txBox="1"/>
          <p:nvPr>
            <p:ph idx="2" type="subTitle"/>
          </p:nvPr>
        </p:nvSpPr>
        <p:spPr>
          <a:xfrm>
            <a:off x="1201250" y="1682950"/>
            <a:ext cx="7046700" cy="282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a:t>
            </a:r>
            <a:r>
              <a:rPr lang="en" sz="1200"/>
              <a:t> </a:t>
            </a:r>
            <a:r>
              <a:rPr lang="en" sz="1200">
                <a:solidFill>
                  <a:srgbClr val="2E414F"/>
                </a:solidFill>
                <a:highlight>
                  <a:srgbClr val="FFFFFF"/>
                </a:highlight>
              </a:rPr>
              <a:t>Student Academic Performance Prediction using Classification and Regression.</a:t>
            </a:r>
            <a:endParaRPr sz="1200"/>
          </a:p>
          <a:p>
            <a:pPr indent="-317500" lvl="0" marL="457200" rtl="0" algn="l">
              <a:lnSpc>
                <a:spcPct val="100000"/>
              </a:lnSpc>
              <a:spcBef>
                <a:spcPts val="0"/>
              </a:spcBef>
              <a:spcAft>
                <a:spcPts val="0"/>
              </a:spcAft>
              <a:buSzPts val="1400"/>
              <a:buChar char="●"/>
            </a:pPr>
            <a:r>
              <a:rPr lang="en"/>
              <a:t>R </a:t>
            </a:r>
            <a:endParaRPr/>
          </a:p>
          <a:p>
            <a:pPr indent="-317500" lvl="0" marL="457200" rtl="0" algn="l">
              <a:lnSpc>
                <a:spcPct val="100000"/>
              </a:lnSpc>
              <a:spcBef>
                <a:spcPts val="0"/>
              </a:spcBef>
              <a:spcAft>
                <a:spcPts val="0"/>
              </a:spcAft>
              <a:buSzPts val="1400"/>
              <a:buChar char="●"/>
            </a:pPr>
            <a:r>
              <a:rPr lang="en"/>
              <a:t>Variables: </a:t>
            </a:r>
            <a:r>
              <a:rPr b="1" lang="en"/>
              <a:t>ALL </a:t>
            </a:r>
            <a:r>
              <a:rPr lang="en"/>
              <a:t>variables (even those with high p-values)</a:t>
            </a:r>
            <a:endParaRPr/>
          </a:p>
          <a:p>
            <a:pPr indent="-317500" lvl="0" marL="457200" rtl="0" algn="l">
              <a:lnSpc>
                <a:spcPct val="100000"/>
              </a:lnSpc>
              <a:spcBef>
                <a:spcPts val="0"/>
              </a:spcBef>
              <a:spcAft>
                <a:spcPts val="0"/>
              </a:spcAft>
              <a:buSzPts val="1400"/>
              <a:buChar char="●"/>
            </a:pPr>
            <a:r>
              <a:rPr lang="en"/>
              <a:t>R^2 = 84.43%</a:t>
            </a:r>
            <a:endParaRPr/>
          </a:p>
          <a:p>
            <a:pPr indent="-317500" lvl="0" marL="457200" rtl="0" algn="l">
              <a:lnSpc>
                <a:spcPct val="100000"/>
              </a:lnSpc>
              <a:spcBef>
                <a:spcPts val="0"/>
              </a:spcBef>
              <a:spcAft>
                <a:spcPts val="0"/>
              </a:spcAft>
              <a:buSzPts val="1400"/>
              <a:buChar char="●"/>
            </a:pPr>
            <a:r>
              <a:rPr lang="en"/>
              <a:t>RMSE = 1.624</a:t>
            </a:r>
            <a:endParaRPr/>
          </a:p>
          <a:p>
            <a:pPr indent="-317500" lvl="0" marL="457200" rtl="0" algn="l">
              <a:lnSpc>
                <a:spcPct val="100000"/>
              </a:lnSpc>
              <a:spcBef>
                <a:spcPts val="0"/>
              </a:spcBef>
              <a:spcAft>
                <a:spcPts val="0"/>
              </a:spcAft>
              <a:buSzPts val="1400"/>
              <a:buChar char="●"/>
            </a:pPr>
            <a:r>
              <a:rPr lang="en"/>
              <a:t>Discrepancies: Due to methodology. All variables were included, </a:t>
            </a:r>
            <a:r>
              <a:rPr b="1" lang="en"/>
              <a:t>including G1 and G2</a:t>
            </a:r>
            <a:r>
              <a:rPr lang="en"/>
              <a:t>. Variables with the lowest p-values in this model are failures, paid (extra paid class within course subject), famsup (family support), health, absences, G1 and G2. </a:t>
            </a:r>
            <a:endParaRPr/>
          </a:p>
          <a:p>
            <a:pPr indent="-317500" lvl="0" marL="457200" rtl="0" algn="l">
              <a:lnSpc>
                <a:spcPct val="100000"/>
              </a:lnSpc>
              <a:spcBef>
                <a:spcPts val="0"/>
              </a:spcBef>
              <a:spcAft>
                <a:spcPts val="0"/>
              </a:spcAft>
              <a:buSzPts val="1400"/>
              <a:buChar char="●"/>
            </a:pPr>
            <a:r>
              <a:rPr lang="en"/>
              <a:t>Similarities: Variables included in our model (significant variables), included failures and absences. </a:t>
            </a:r>
            <a:endParaRPr/>
          </a:p>
        </p:txBody>
      </p:sp>
      <p:sp>
        <p:nvSpPr>
          <p:cNvPr id="1448" name="Google Shape;1448;p49"/>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Comparison - MLR</a:t>
            </a:r>
            <a:endParaRPr/>
          </a:p>
        </p:txBody>
      </p:sp>
      <p:grpSp>
        <p:nvGrpSpPr>
          <p:cNvPr id="1449" name="Google Shape;1449;p49"/>
          <p:cNvGrpSpPr/>
          <p:nvPr/>
        </p:nvGrpSpPr>
        <p:grpSpPr>
          <a:xfrm rot="-853">
            <a:off x="7519477" y="883368"/>
            <a:ext cx="493104" cy="688683"/>
            <a:chOff x="6814440" y="1026720"/>
            <a:chExt cx="1223280" cy="2063160"/>
          </a:xfrm>
        </p:grpSpPr>
        <p:sp>
          <p:nvSpPr>
            <p:cNvPr id="1450" name="Google Shape;1450;p49"/>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1" name="Google Shape;1451;p49"/>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52" name="Google Shape;1452;p49"/>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53" name="Google Shape;1453;p49"/>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4" name="Google Shape;1454;p49"/>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5" name="Google Shape;1455;p49"/>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6" name="Google Shape;1456;p49"/>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457" name="Google Shape;1457;p49"/>
          <p:cNvGrpSpPr/>
          <p:nvPr/>
        </p:nvGrpSpPr>
        <p:grpSpPr>
          <a:xfrm rot="-768601">
            <a:off x="828078" y="1388574"/>
            <a:ext cx="449769" cy="618720"/>
            <a:chOff x="1045080" y="4154760"/>
            <a:chExt cx="275400" cy="371160"/>
          </a:xfrm>
        </p:grpSpPr>
        <p:sp>
          <p:nvSpPr>
            <p:cNvPr id="1458" name="Google Shape;1458;p49"/>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9" name="Google Shape;1459;p49"/>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0" name="Google Shape;1460;p49"/>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1" name="Google Shape;1461;p49"/>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2" name="Google Shape;1462;p49"/>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3" name="Google Shape;1463;p49"/>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4" name="Google Shape;1464;p49"/>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5" name="Google Shape;1465;p49"/>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6" name="Google Shape;1466;p49"/>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67" name="Google Shape;1467;p49"/>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68" name="Google Shape;1468;p49"/>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69" name="Google Shape;1469;p49"/>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50"/>
          <p:cNvSpPr txBox="1"/>
          <p:nvPr>
            <p:ph idx="2" type="subTitle"/>
          </p:nvPr>
        </p:nvSpPr>
        <p:spPr>
          <a:xfrm>
            <a:off x="1048650" y="1383725"/>
            <a:ext cx="7046700" cy="312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a:t>
            </a:r>
            <a:r>
              <a:rPr lang="en" sz="1200"/>
              <a:t> </a:t>
            </a:r>
            <a:r>
              <a:rPr lang="en" sz="1200">
                <a:solidFill>
                  <a:srgbClr val="2E414F"/>
                </a:solidFill>
                <a:highlight>
                  <a:srgbClr val="FFFFFF"/>
                </a:highlight>
              </a:rPr>
              <a:t>Hulela, B.</a:t>
            </a:r>
            <a:r>
              <a:rPr lang="en" sz="1200">
                <a:solidFill>
                  <a:srgbClr val="2E414F"/>
                </a:solidFill>
                <a:highlight>
                  <a:srgbClr val="FFFFFF"/>
                </a:highlight>
              </a:rPr>
              <a:t> (2025). Using K-Nearest Neighbors for Student Performance Regression.</a:t>
            </a:r>
            <a:endParaRPr sz="1200"/>
          </a:p>
          <a:p>
            <a:pPr indent="-317500" lvl="0" marL="457200" rtl="0" algn="l">
              <a:lnSpc>
                <a:spcPct val="115000"/>
              </a:lnSpc>
              <a:spcBef>
                <a:spcPts val="0"/>
              </a:spcBef>
              <a:spcAft>
                <a:spcPts val="0"/>
              </a:spcAft>
              <a:buSzPts val="1400"/>
              <a:buChar char="●"/>
            </a:pPr>
            <a:r>
              <a:rPr lang="en"/>
              <a:t>Python</a:t>
            </a:r>
            <a:endParaRPr/>
          </a:p>
          <a:p>
            <a:pPr indent="-317500" lvl="0" marL="457200" rtl="0" algn="l">
              <a:lnSpc>
                <a:spcPct val="115000"/>
              </a:lnSpc>
              <a:spcBef>
                <a:spcPts val="0"/>
              </a:spcBef>
              <a:spcAft>
                <a:spcPts val="0"/>
              </a:spcAft>
              <a:buSzPts val="1400"/>
              <a:buChar char="●"/>
            </a:pPr>
            <a:r>
              <a:rPr lang="en"/>
              <a:t>Nearest neighbors </a:t>
            </a:r>
            <a:r>
              <a:rPr lang="en"/>
              <a:t>chosen → 5</a:t>
            </a:r>
            <a:endParaRPr/>
          </a:p>
          <a:p>
            <a:pPr indent="-317500" lvl="0" marL="457200" rtl="0" algn="l">
              <a:lnSpc>
                <a:spcPct val="115000"/>
              </a:lnSpc>
              <a:spcBef>
                <a:spcPts val="0"/>
              </a:spcBef>
              <a:spcAft>
                <a:spcPts val="0"/>
              </a:spcAft>
              <a:buSzPts val="1400"/>
              <a:buChar char="●"/>
            </a:pPr>
            <a:r>
              <a:rPr lang="en"/>
              <a:t>Variables: Socioeconomic score (indicated the socioeconomic status of the student; how this was calculated was not specified), study hours, sleep hours, attendance (%), grades (G3 as a %)</a:t>
            </a:r>
            <a:endParaRPr/>
          </a:p>
          <a:p>
            <a:pPr indent="-317500" lvl="0" marL="457200" rtl="0" algn="l">
              <a:lnSpc>
                <a:spcPct val="115000"/>
              </a:lnSpc>
              <a:spcBef>
                <a:spcPts val="0"/>
              </a:spcBef>
              <a:spcAft>
                <a:spcPts val="0"/>
              </a:spcAft>
              <a:buSzPts val="1400"/>
              <a:buChar char="●"/>
            </a:pPr>
            <a:r>
              <a:rPr lang="en"/>
              <a:t>Split → 80% training, 20% validation</a:t>
            </a:r>
            <a:endParaRPr/>
          </a:p>
          <a:p>
            <a:pPr indent="-317500" lvl="0" marL="457200" rtl="0" algn="l">
              <a:lnSpc>
                <a:spcPct val="115000"/>
              </a:lnSpc>
              <a:spcBef>
                <a:spcPts val="0"/>
              </a:spcBef>
              <a:spcAft>
                <a:spcPts val="0"/>
              </a:spcAft>
              <a:buSzPts val="1400"/>
              <a:buChar char="●"/>
            </a:pPr>
            <a:r>
              <a:rPr lang="en"/>
              <a:t>R^2 = 92.6%</a:t>
            </a:r>
            <a:endParaRPr/>
          </a:p>
          <a:p>
            <a:pPr indent="-317500" lvl="0" marL="457200" rtl="0" algn="l">
              <a:lnSpc>
                <a:spcPct val="115000"/>
              </a:lnSpc>
              <a:spcBef>
                <a:spcPts val="0"/>
              </a:spcBef>
              <a:spcAft>
                <a:spcPts val="0"/>
              </a:spcAft>
              <a:buSzPts val="1400"/>
              <a:buChar char="●"/>
            </a:pPr>
            <a:r>
              <a:rPr lang="en"/>
              <a:t>Discrepancies: Due to methodology. Socioeconomic score, taken from the other variables, were combined into one variable. Data standardization was done differently. </a:t>
            </a:r>
            <a:endParaRPr/>
          </a:p>
        </p:txBody>
      </p:sp>
      <p:sp>
        <p:nvSpPr>
          <p:cNvPr id="1475" name="Google Shape;1475;p50"/>
          <p:cNvSpPr txBox="1"/>
          <p:nvPr>
            <p:ph type="title"/>
          </p:nvPr>
        </p:nvSpPr>
        <p:spPr>
          <a:xfrm>
            <a:off x="896400" y="8110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Comparison - kNN</a:t>
            </a:r>
            <a:endParaRPr/>
          </a:p>
        </p:txBody>
      </p:sp>
      <p:grpSp>
        <p:nvGrpSpPr>
          <p:cNvPr id="1476" name="Google Shape;1476;p50"/>
          <p:cNvGrpSpPr/>
          <p:nvPr/>
        </p:nvGrpSpPr>
        <p:grpSpPr>
          <a:xfrm rot="-853">
            <a:off x="7519477" y="883368"/>
            <a:ext cx="493104" cy="688683"/>
            <a:chOff x="6814440" y="1026720"/>
            <a:chExt cx="1223280" cy="2063160"/>
          </a:xfrm>
        </p:grpSpPr>
        <p:sp>
          <p:nvSpPr>
            <p:cNvPr id="1477" name="Google Shape;1477;p50"/>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8" name="Google Shape;1478;p50"/>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79" name="Google Shape;1479;p50"/>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80" name="Google Shape;1480;p50"/>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1" name="Google Shape;1481;p50"/>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2" name="Google Shape;1482;p50"/>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3" name="Google Shape;1483;p50"/>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484" name="Google Shape;1484;p50"/>
          <p:cNvGrpSpPr/>
          <p:nvPr/>
        </p:nvGrpSpPr>
        <p:grpSpPr>
          <a:xfrm rot="-768601">
            <a:off x="690628" y="853174"/>
            <a:ext cx="449769" cy="618720"/>
            <a:chOff x="1045080" y="4154760"/>
            <a:chExt cx="275400" cy="371160"/>
          </a:xfrm>
        </p:grpSpPr>
        <p:sp>
          <p:nvSpPr>
            <p:cNvPr id="1485" name="Google Shape;1485;p50"/>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6" name="Google Shape;1486;p50"/>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7" name="Google Shape;1487;p50"/>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8" name="Google Shape;1488;p50"/>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9" name="Google Shape;1489;p50"/>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0" name="Google Shape;1490;p50"/>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1" name="Google Shape;1491;p50"/>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2" name="Google Shape;1492;p50"/>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3" name="Google Shape;1493;p50"/>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94" name="Google Shape;1494;p50"/>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95" name="Google Shape;1495;p50"/>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496" name="Google Shape;1496;p50"/>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51"/>
          <p:cNvSpPr txBox="1"/>
          <p:nvPr>
            <p:ph idx="2" type="subTitle"/>
          </p:nvPr>
        </p:nvSpPr>
        <p:spPr>
          <a:xfrm>
            <a:off x="1047900" y="1386350"/>
            <a:ext cx="7048200" cy="34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a:t>
            </a:r>
            <a:r>
              <a:rPr lang="en" sz="1200"/>
              <a:t> </a:t>
            </a:r>
            <a:r>
              <a:rPr lang="en" sz="1200">
                <a:solidFill>
                  <a:srgbClr val="2E414F"/>
                </a:solidFill>
                <a:highlight>
                  <a:srgbClr val="FFFFFF"/>
                </a:highlight>
              </a:rPr>
              <a:t>Neelamegam, A.S &amp; Soundain, K.. (n.d.). Student Performance Prediction using Machine Learning Models</a:t>
            </a:r>
            <a:endParaRPr sz="1200"/>
          </a:p>
          <a:p>
            <a:pPr indent="-317500" lvl="0" marL="457200" rtl="0" algn="l">
              <a:lnSpc>
                <a:spcPct val="115000"/>
              </a:lnSpc>
              <a:spcBef>
                <a:spcPts val="0"/>
              </a:spcBef>
              <a:spcAft>
                <a:spcPts val="0"/>
              </a:spcAft>
              <a:buSzPts val="1400"/>
              <a:buChar char="●"/>
            </a:pPr>
            <a:r>
              <a:rPr lang="en"/>
              <a:t>R</a:t>
            </a:r>
            <a:endParaRPr/>
          </a:p>
          <a:p>
            <a:pPr indent="-317500" lvl="0" marL="457200" rtl="0" algn="l">
              <a:lnSpc>
                <a:spcPct val="115000"/>
              </a:lnSpc>
              <a:spcBef>
                <a:spcPts val="0"/>
              </a:spcBef>
              <a:spcAft>
                <a:spcPts val="0"/>
              </a:spcAft>
              <a:buSzPts val="1400"/>
              <a:buChar char="●"/>
            </a:pPr>
            <a:r>
              <a:rPr lang="en"/>
              <a:t>Response variable “Passed” was added. Scores above 9.99 were determined to be passing. </a:t>
            </a:r>
            <a:endParaRPr/>
          </a:p>
          <a:p>
            <a:pPr indent="-317500" lvl="0" marL="457200" rtl="0" algn="l">
              <a:lnSpc>
                <a:spcPct val="115000"/>
              </a:lnSpc>
              <a:spcBef>
                <a:spcPts val="0"/>
              </a:spcBef>
              <a:spcAft>
                <a:spcPts val="0"/>
              </a:spcAft>
              <a:buSzPts val="1400"/>
              <a:buChar char="●"/>
            </a:pPr>
            <a:r>
              <a:rPr lang="en"/>
              <a:t>Variables used: age, Medu, Fedu, traveltime, studytime, failures, famrel (quality of family relationships), freetime, goout (going out with friends), Dalc, Walc, health, absences, and passed. </a:t>
            </a:r>
            <a:endParaRPr/>
          </a:p>
          <a:p>
            <a:pPr indent="-317500" lvl="0" marL="457200" rtl="0" algn="l">
              <a:lnSpc>
                <a:spcPct val="115000"/>
              </a:lnSpc>
              <a:spcBef>
                <a:spcPts val="0"/>
              </a:spcBef>
              <a:spcAft>
                <a:spcPts val="0"/>
              </a:spcAft>
              <a:buSzPts val="1400"/>
              <a:buChar char="●"/>
            </a:pPr>
            <a:r>
              <a:rPr lang="en"/>
              <a:t>Split → 75% training, 25% validation</a:t>
            </a:r>
            <a:endParaRPr/>
          </a:p>
          <a:p>
            <a:pPr indent="-317500" lvl="0" marL="457200" rtl="0" algn="l">
              <a:lnSpc>
                <a:spcPct val="115000"/>
              </a:lnSpc>
              <a:spcBef>
                <a:spcPts val="0"/>
              </a:spcBef>
              <a:spcAft>
                <a:spcPts val="0"/>
              </a:spcAft>
              <a:buSzPts val="1400"/>
              <a:buChar char="●"/>
            </a:pPr>
            <a:r>
              <a:rPr lang="en"/>
              <a:t>R^2 = 89.57% </a:t>
            </a:r>
            <a:endParaRPr/>
          </a:p>
          <a:p>
            <a:pPr indent="-317500" lvl="0" marL="457200" rtl="0" algn="l">
              <a:lnSpc>
                <a:spcPct val="115000"/>
              </a:lnSpc>
              <a:spcBef>
                <a:spcPts val="0"/>
              </a:spcBef>
              <a:spcAft>
                <a:spcPts val="0"/>
              </a:spcAft>
              <a:buSzPts val="1400"/>
              <a:buChar char="●"/>
            </a:pPr>
            <a:r>
              <a:rPr lang="en"/>
              <a:t>Discrepancies: Due to methodology. Specific variables were used that appealed to their common sense; meanwhile we used all variables in our models. “Passed” was also added with the </a:t>
            </a:r>
            <a:r>
              <a:rPr lang="en"/>
              <a:t>intention</a:t>
            </a:r>
            <a:r>
              <a:rPr lang="en"/>
              <a:t> of improving </a:t>
            </a:r>
            <a:r>
              <a:rPr lang="en"/>
              <a:t>prediction. </a:t>
            </a:r>
            <a:endParaRPr/>
          </a:p>
          <a:p>
            <a:pPr indent="-317500" lvl="0" marL="457200" rtl="0" algn="l">
              <a:lnSpc>
                <a:spcPct val="115000"/>
              </a:lnSpc>
              <a:spcBef>
                <a:spcPts val="0"/>
              </a:spcBef>
              <a:spcAft>
                <a:spcPts val="0"/>
              </a:spcAft>
              <a:buSzPts val="1400"/>
              <a:buChar char="●"/>
            </a:pPr>
            <a:r>
              <a:rPr lang="en"/>
              <a:t>Similarities: G1 and G2 were removed because of their high correlation with G3.</a:t>
            </a:r>
            <a:endParaRPr/>
          </a:p>
          <a:p>
            <a:pPr indent="0" lvl="0" marL="914400" rtl="0" algn="l">
              <a:lnSpc>
                <a:spcPct val="100000"/>
              </a:lnSpc>
              <a:spcBef>
                <a:spcPts val="0"/>
              </a:spcBef>
              <a:spcAft>
                <a:spcPts val="0"/>
              </a:spcAft>
              <a:buNone/>
            </a:pPr>
            <a:r>
              <a:t/>
            </a:r>
            <a:endParaRPr/>
          </a:p>
        </p:txBody>
      </p:sp>
      <p:sp>
        <p:nvSpPr>
          <p:cNvPr id="1502" name="Google Shape;1502;p51"/>
          <p:cNvSpPr txBox="1"/>
          <p:nvPr>
            <p:ph type="title"/>
          </p:nvPr>
        </p:nvSpPr>
        <p:spPr>
          <a:xfrm>
            <a:off x="896400" y="7406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Comparison - Decision Trees</a:t>
            </a:r>
            <a:endParaRPr/>
          </a:p>
        </p:txBody>
      </p:sp>
      <p:grpSp>
        <p:nvGrpSpPr>
          <p:cNvPr id="1503" name="Google Shape;1503;p51"/>
          <p:cNvGrpSpPr/>
          <p:nvPr/>
        </p:nvGrpSpPr>
        <p:grpSpPr>
          <a:xfrm rot="-853">
            <a:off x="7937677" y="869118"/>
            <a:ext cx="493104" cy="688683"/>
            <a:chOff x="6814440" y="1026720"/>
            <a:chExt cx="1223280" cy="2063160"/>
          </a:xfrm>
        </p:grpSpPr>
        <p:sp>
          <p:nvSpPr>
            <p:cNvPr id="1504" name="Google Shape;1504;p51"/>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5" name="Google Shape;1505;p51"/>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06" name="Google Shape;1506;p51"/>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07" name="Google Shape;1507;p51"/>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8" name="Google Shape;1508;p51"/>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09" name="Google Shape;1509;p51"/>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0" name="Google Shape;1510;p51"/>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11" name="Google Shape;1511;p51"/>
          <p:cNvGrpSpPr/>
          <p:nvPr/>
        </p:nvGrpSpPr>
        <p:grpSpPr>
          <a:xfrm rot="-768601">
            <a:off x="657578" y="904087"/>
            <a:ext cx="449769" cy="618720"/>
            <a:chOff x="1045080" y="4154760"/>
            <a:chExt cx="275400" cy="371160"/>
          </a:xfrm>
        </p:grpSpPr>
        <p:sp>
          <p:nvSpPr>
            <p:cNvPr id="1512" name="Google Shape;1512;p51"/>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3" name="Google Shape;1513;p51"/>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4" name="Google Shape;1514;p51"/>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5" name="Google Shape;1515;p51"/>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6" name="Google Shape;1516;p51"/>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7" name="Google Shape;1517;p51"/>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8" name="Google Shape;1518;p51"/>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9" name="Google Shape;1519;p51"/>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0" name="Google Shape;1520;p51"/>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1" name="Google Shape;1521;p51"/>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2" name="Google Shape;1522;p51"/>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23" name="Google Shape;1523;p51"/>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52"/>
          <p:cNvSpPr txBox="1"/>
          <p:nvPr>
            <p:ph type="title"/>
          </p:nvPr>
        </p:nvSpPr>
        <p:spPr>
          <a:xfrm>
            <a:off x="896400" y="826425"/>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Comparison - Decision Trees</a:t>
            </a:r>
            <a:endParaRPr/>
          </a:p>
        </p:txBody>
      </p:sp>
      <p:grpSp>
        <p:nvGrpSpPr>
          <p:cNvPr id="1529" name="Google Shape;1529;p52"/>
          <p:cNvGrpSpPr/>
          <p:nvPr/>
        </p:nvGrpSpPr>
        <p:grpSpPr>
          <a:xfrm rot="-853">
            <a:off x="7519477" y="883368"/>
            <a:ext cx="493104" cy="688683"/>
            <a:chOff x="6814440" y="1026720"/>
            <a:chExt cx="1223280" cy="2063160"/>
          </a:xfrm>
        </p:grpSpPr>
        <p:sp>
          <p:nvSpPr>
            <p:cNvPr id="1530" name="Google Shape;1530;p52"/>
            <p:cNvSpPr/>
            <p:nvPr/>
          </p:nvSpPr>
          <p:spPr>
            <a:xfrm>
              <a:off x="6814440" y="1026720"/>
              <a:ext cx="1223280" cy="1574640"/>
            </a:xfrm>
            <a:custGeom>
              <a:rect b="b" l="l" r="r" t="t"/>
              <a:pathLst>
                <a:path extrusionOk="0" h="4374" w="3398">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1" name="Google Shape;1531;p52"/>
            <p:cNvSpPr/>
            <p:nvPr/>
          </p:nvSpPr>
          <p:spPr>
            <a:xfrm>
              <a:off x="7145280" y="2540880"/>
              <a:ext cx="576720" cy="412560"/>
            </a:xfrm>
            <a:custGeom>
              <a:rect b="b" l="l" r="r" t="t"/>
              <a:pathLst>
                <a:path extrusionOk="0" h="1146" w="1602">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2" name="Google Shape;1532;p52"/>
            <p:cNvSpPr/>
            <p:nvPr/>
          </p:nvSpPr>
          <p:spPr>
            <a:xfrm>
              <a:off x="7115040" y="1859400"/>
              <a:ext cx="583200" cy="661320"/>
            </a:xfrm>
            <a:custGeom>
              <a:rect b="b" l="l" r="r" t="t"/>
              <a:pathLst>
                <a:path extrusionOk="0" h="1837" w="162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cap="flat" cmpd="sng" w="9525">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33" name="Google Shape;1533;p52"/>
            <p:cNvSpPr/>
            <p:nvPr/>
          </p:nvSpPr>
          <p:spPr>
            <a:xfrm>
              <a:off x="7079040" y="2500560"/>
              <a:ext cx="709560" cy="73800"/>
            </a:xfrm>
            <a:custGeom>
              <a:rect b="b" l="l" r="r" t="t"/>
              <a:pathLst>
                <a:path extrusionOk="0" h="205" w="1971">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4" name="Google Shape;1534;p52"/>
            <p:cNvSpPr/>
            <p:nvPr/>
          </p:nvSpPr>
          <p:spPr>
            <a:xfrm>
              <a:off x="7079040" y="2613600"/>
              <a:ext cx="709560" cy="73440"/>
            </a:xfrm>
            <a:custGeom>
              <a:rect b="b" l="l" r="r" t="t"/>
              <a:pathLst>
                <a:path extrusionOk="0" h="204" w="1971">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5" name="Google Shape;1535;p52"/>
            <p:cNvSpPr/>
            <p:nvPr/>
          </p:nvSpPr>
          <p:spPr>
            <a:xfrm>
              <a:off x="7079040" y="2726640"/>
              <a:ext cx="709560" cy="73440"/>
            </a:xfrm>
            <a:custGeom>
              <a:rect b="b" l="l" r="r" t="t"/>
              <a:pathLst>
                <a:path extrusionOk="0" h="204" w="1971">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28425" lIns="90000" spcFirstLastPara="1" rIns="90000" wrap="square" tIns="28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6" name="Google Shape;1536;p52"/>
            <p:cNvSpPr/>
            <p:nvPr/>
          </p:nvSpPr>
          <p:spPr>
            <a:xfrm>
              <a:off x="7299000" y="2953440"/>
              <a:ext cx="269280" cy="136440"/>
            </a:xfrm>
            <a:custGeom>
              <a:rect b="b" l="l" r="r" t="t"/>
              <a:pathLst>
                <a:path extrusionOk="0" h="379" w="748">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37" name="Google Shape;1537;p52"/>
          <p:cNvGrpSpPr/>
          <p:nvPr/>
        </p:nvGrpSpPr>
        <p:grpSpPr>
          <a:xfrm rot="-768601">
            <a:off x="700378" y="1069299"/>
            <a:ext cx="449769" cy="618720"/>
            <a:chOff x="1045080" y="4154760"/>
            <a:chExt cx="275400" cy="371160"/>
          </a:xfrm>
        </p:grpSpPr>
        <p:sp>
          <p:nvSpPr>
            <p:cNvPr id="1538" name="Google Shape;1538;p52"/>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9" name="Google Shape;1539;p52"/>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0" name="Google Shape;1540;p52"/>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1" name="Google Shape;1541;p52"/>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2" name="Google Shape;1542;p52"/>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3" name="Google Shape;1543;p52"/>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4" name="Google Shape;1544;p52"/>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5" name="Google Shape;1545;p52"/>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6" name="Google Shape;1546;p52"/>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7" name="Google Shape;1547;p52"/>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8" name="Google Shape;1548;p52"/>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49" name="Google Shape;1549;p52"/>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pic>
        <p:nvPicPr>
          <p:cNvPr id="1550" name="Google Shape;1550;p52" title="Screenshot 2025-04-30 at 8.33.41 AM.png"/>
          <p:cNvPicPr preferRelativeResize="0"/>
          <p:nvPr/>
        </p:nvPicPr>
        <p:blipFill rotWithShape="1">
          <a:blip r:embed="rId3">
            <a:alphaModFix/>
          </a:blip>
          <a:srcRect b="0" l="0" r="5141" t="5356"/>
          <a:stretch/>
        </p:blipFill>
        <p:spPr>
          <a:xfrm>
            <a:off x="2163075" y="1497850"/>
            <a:ext cx="4570101" cy="32792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53"/>
          <p:cNvSpPr txBox="1"/>
          <p:nvPr>
            <p:ph type="title"/>
          </p:nvPr>
        </p:nvSpPr>
        <p:spPr>
          <a:xfrm>
            <a:off x="896750" y="9413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Implications</a:t>
            </a:r>
            <a:endParaRPr/>
          </a:p>
        </p:txBody>
      </p:sp>
      <p:sp>
        <p:nvSpPr>
          <p:cNvPr id="1556" name="Google Shape;1556;p53"/>
          <p:cNvSpPr txBox="1"/>
          <p:nvPr>
            <p:ph idx="4294967295" type="subTitle"/>
          </p:nvPr>
        </p:nvSpPr>
        <p:spPr>
          <a:xfrm>
            <a:off x="1900862" y="1785175"/>
            <a:ext cx="2025600" cy="52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Days One"/>
                <a:ea typeface="Days One"/>
                <a:cs typeface="Days One"/>
                <a:sym typeface="Days One"/>
              </a:rPr>
              <a:t>Theory</a:t>
            </a:r>
            <a:endParaRPr b="1" sz="2100">
              <a:latin typeface="Days One"/>
              <a:ea typeface="Days One"/>
              <a:cs typeface="Days One"/>
              <a:sym typeface="Days One"/>
            </a:endParaRPr>
          </a:p>
        </p:txBody>
      </p:sp>
      <p:grpSp>
        <p:nvGrpSpPr>
          <p:cNvPr id="1557" name="Google Shape;1557;p53"/>
          <p:cNvGrpSpPr/>
          <p:nvPr/>
        </p:nvGrpSpPr>
        <p:grpSpPr>
          <a:xfrm>
            <a:off x="1227499" y="3883952"/>
            <a:ext cx="548651" cy="548651"/>
            <a:chOff x="4405320" y="1907280"/>
            <a:chExt cx="375840" cy="375840"/>
          </a:xfrm>
        </p:grpSpPr>
        <p:sp>
          <p:nvSpPr>
            <p:cNvPr id="1558" name="Google Shape;1558;p53"/>
            <p:cNvSpPr/>
            <p:nvPr/>
          </p:nvSpPr>
          <p:spPr>
            <a:xfrm>
              <a:off x="4435200" y="1973880"/>
              <a:ext cx="316440" cy="218520"/>
            </a:xfrm>
            <a:custGeom>
              <a:rect b="b" l="l" r="r" t="t"/>
              <a:pathLst>
                <a:path extrusionOk="0" h="607" w="879">
                  <a:moveTo>
                    <a:pt x="0" y="0"/>
                  </a:moveTo>
                  <a:lnTo>
                    <a:pt x="879" y="0"/>
                  </a:lnTo>
                  <a:lnTo>
                    <a:pt x="879" y="607"/>
                  </a:lnTo>
                  <a:lnTo>
                    <a:pt x="0" y="607"/>
                  </a:lnTo>
                  <a:lnTo>
                    <a:pt x="0" y="0"/>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9" name="Google Shape;1559;p53"/>
            <p:cNvSpPr/>
            <p:nvPr/>
          </p:nvSpPr>
          <p:spPr>
            <a:xfrm>
              <a:off x="4736160" y="1973880"/>
              <a:ext cx="15480" cy="218520"/>
            </a:xfrm>
            <a:custGeom>
              <a:rect b="b" l="l" r="r" t="t"/>
              <a:pathLst>
                <a:path extrusionOk="0" h="607" w="43">
                  <a:moveTo>
                    <a:pt x="0" y="0"/>
                  </a:moveTo>
                  <a:lnTo>
                    <a:pt x="43" y="0"/>
                  </a:lnTo>
                  <a:lnTo>
                    <a:pt x="43" y="607"/>
                  </a:lnTo>
                  <a:lnTo>
                    <a:pt x="0" y="607"/>
                  </a:lnTo>
                  <a:lnTo>
                    <a:pt x="0" y="0"/>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0" name="Google Shape;1560;p53"/>
            <p:cNvSpPr/>
            <p:nvPr/>
          </p:nvSpPr>
          <p:spPr>
            <a:xfrm>
              <a:off x="4422960" y="1957680"/>
              <a:ext cx="340560" cy="28080"/>
            </a:xfrm>
            <a:custGeom>
              <a:rect b="b" l="l" r="r" t="t"/>
              <a:pathLst>
                <a:path extrusionOk="0" h="78" w="946">
                  <a:moveTo>
                    <a:pt x="934" y="78"/>
                  </a:moveTo>
                  <a:lnTo>
                    <a:pt x="12" y="78"/>
                  </a:lnTo>
                  <a:cubicBezTo>
                    <a:pt x="5" y="78"/>
                    <a:pt x="0" y="73"/>
                    <a:pt x="0" y="66"/>
                  </a:cubicBezTo>
                  <a:lnTo>
                    <a:pt x="0" y="12"/>
                  </a:lnTo>
                  <a:cubicBezTo>
                    <a:pt x="0" y="5"/>
                    <a:pt x="5" y="0"/>
                    <a:pt x="12" y="0"/>
                  </a:cubicBezTo>
                  <a:lnTo>
                    <a:pt x="934" y="0"/>
                  </a:lnTo>
                  <a:cubicBezTo>
                    <a:pt x="941" y="0"/>
                    <a:pt x="946" y="5"/>
                    <a:pt x="946" y="12"/>
                  </a:cubicBezTo>
                  <a:lnTo>
                    <a:pt x="946" y="66"/>
                  </a:lnTo>
                  <a:cubicBezTo>
                    <a:pt x="946" y="73"/>
                    <a:pt x="941" y="78"/>
                    <a:pt x="934" y="78"/>
                  </a:cubicBezTo>
                  <a:close/>
                </a:path>
              </a:pathLst>
            </a:custGeom>
            <a:solidFill>
              <a:srgbClr val="E9B00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1" name="Google Shape;1561;p53"/>
            <p:cNvSpPr/>
            <p:nvPr/>
          </p:nvSpPr>
          <p:spPr>
            <a:xfrm>
              <a:off x="4422960" y="2180160"/>
              <a:ext cx="340560" cy="28800"/>
            </a:xfrm>
            <a:custGeom>
              <a:rect b="b" l="l" r="r" t="t"/>
              <a:pathLst>
                <a:path extrusionOk="0" h="80" w="946">
                  <a:moveTo>
                    <a:pt x="934" y="80"/>
                  </a:moveTo>
                  <a:lnTo>
                    <a:pt x="12" y="80"/>
                  </a:lnTo>
                  <a:cubicBezTo>
                    <a:pt x="5" y="80"/>
                    <a:pt x="0" y="74"/>
                    <a:pt x="0" y="68"/>
                  </a:cubicBezTo>
                  <a:lnTo>
                    <a:pt x="0" y="12"/>
                  </a:lnTo>
                  <a:cubicBezTo>
                    <a:pt x="0" y="6"/>
                    <a:pt x="5" y="0"/>
                    <a:pt x="12" y="0"/>
                  </a:cubicBezTo>
                  <a:lnTo>
                    <a:pt x="934" y="0"/>
                  </a:lnTo>
                  <a:cubicBezTo>
                    <a:pt x="941" y="0"/>
                    <a:pt x="946" y="6"/>
                    <a:pt x="946" y="12"/>
                  </a:cubicBezTo>
                  <a:lnTo>
                    <a:pt x="946" y="68"/>
                  </a:lnTo>
                  <a:cubicBezTo>
                    <a:pt x="946" y="74"/>
                    <a:pt x="941" y="80"/>
                    <a:pt x="934" y="80"/>
                  </a:cubicBezTo>
                  <a:close/>
                </a:path>
              </a:pathLst>
            </a:custGeom>
            <a:solidFill>
              <a:srgbClr val="E9B00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2" name="Google Shape;1562;p53"/>
            <p:cNvSpPr/>
            <p:nvPr/>
          </p:nvSpPr>
          <p:spPr>
            <a:xfrm>
              <a:off x="4410720" y="1937160"/>
              <a:ext cx="365040" cy="24480"/>
            </a:xfrm>
            <a:custGeom>
              <a:rect b="b" l="l" r="r" t="t"/>
              <a:pathLst>
                <a:path extrusionOk="0" h="68" w="1014">
                  <a:moveTo>
                    <a:pt x="1002" y="68"/>
                  </a:moveTo>
                  <a:lnTo>
                    <a:pt x="12" y="68"/>
                  </a:lnTo>
                  <a:cubicBezTo>
                    <a:pt x="6" y="68"/>
                    <a:pt x="0" y="62"/>
                    <a:pt x="0" y="56"/>
                  </a:cubicBezTo>
                  <a:lnTo>
                    <a:pt x="0" y="12"/>
                  </a:lnTo>
                  <a:cubicBezTo>
                    <a:pt x="0" y="6"/>
                    <a:pt x="6" y="0"/>
                    <a:pt x="12" y="0"/>
                  </a:cubicBezTo>
                  <a:lnTo>
                    <a:pt x="1002" y="0"/>
                  </a:lnTo>
                  <a:cubicBezTo>
                    <a:pt x="1009" y="0"/>
                    <a:pt x="1014" y="6"/>
                    <a:pt x="1014" y="12"/>
                  </a:cubicBezTo>
                  <a:lnTo>
                    <a:pt x="1014" y="56"/>
                  </a:lnTo>
                  <a:cubicBezTo>
                    <a:pt x="1014" y="62"/>
                    <a:pt x="1009" y="68"/>
                    <a:pt x="1002" y="68"/>
                  </a:cubicBezTo>
                  <a:close/>
                </a:path>
              </a:pathLst>
            </a:custGeom>
            <a:solidFill>
              <a:srgbClr val="008F9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3" name="Google Shape;1563;p53"/>
            <p:cNvSpPr/>
            <p:nvPr/>
          </p:nvSpPr>
          <p:spPr>
            <a:xfrm>
              <a:off x="4410720" y="2204640"/>
              <a:ext cx="365040" cy="24120"/>
            </a:xfrm>
            <a:custGeom>
              <a:rect b="b" l="l" r="r" t="t"/>
              <a:pathLst>
                <a:path extrusionOk="0" h="67" w="1014">
                  <a:moveTo>
                    <a:pt x="1002" y="67"/>
                  </a:moveTo>
                  <a:lnTo>
                    <a:pt x="12" y="67"/>
                  </a:lnTo>
                  <a:cubicBezTo>
                    <a:pt x="6" y="67"/>
                    <a:pt x="0" y="62"/>
                    <a:pt x="0" y="55"/>
                  </a:cubicBezTo>
                  <a:lnTo>
                    <a:pt x="0" y="12"/>
                  </a:lnTo>
                  <a:cubicBezTo>
                    <a:pt x="0" y="5"/>
                    <a:pt x="6" y="0"/>
                    <a:pt x="12" y="0"/>
                  </a:cubicBezTo>
                  <a:lnTo>
                    <a:pt x="1002" y="0"/>
                  </a:lnTo>
                  <a:cubicBezTo>
                    <a:pt x="1009" y="0"/>
                    <a:pt x="1014" y="5"/>
                    <a:pt x="1014" y="12"/>
                  </a:cubicBezTo>
                  <a:lnTo>
                    <a:pt x="1014" y="55"/>
                  </a:lnTo>
                  <a:cubicBezTo>
                    <a:pt x="1014" y="62"/>
                    <a:pt x="1009" y="67"/>
                    <a:pt x="1002" y="67"/>
                  </a:cubicBezTo>
                  <a:close/>
                </a:path>
              </a:pathLst>
            </a:custGeom>
            <a:solidFill>
              <a:srgbClr val="008F9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4" name="Google Shape;1564;p53"/>
            <p:cNvSpPr/>
            <p:nvPr/>
          </p:nvSpPr>
          <p:spPr>
            <a:xfrm>
              <a:off x="4496040" y="2095200"/>
              <a:ext cx="48600" cy="60840"/>
            </a:xfrm>
            <a:custGeom>
              <a:rect b="b" l="l" r="r" t="t"/>
              <a:pathLst>
                <a:path extrusionOk="0" h="169" w="135">
                  <a:moveTo>
                    <a:pt x="123" y="169"/>
                  </a:moveTo>
                  <a:lnTo>
                    <a:pt x="12" y="169"/>
                  </a:lnTo>
                  <a:cubicBezTo>
                    <a:pt x="5" y="169"/>
                    <a:pt x="0" y="163"/>
                    <a:pt x="0" y="156"/>
                  </a:cubicBezTo>
                  <a:lnTo>
                    <a:pt x="0" y="12"/>
                  </a:lnTo>
                  <a:cubicBezTo>
                    <a:pt x="0" y="5"/>
                    <a:pt x="5" y="0"/>
                    <a:pt x="12" y="0"/>
                  </a:cubicBezTo>
                  <a:lnTo>
                    <a:pt x="123" y="0"/>
                  </a:lnTo>
                  <a:cubicBezTo>
                    <a:pt x="129" y="0"/>
                    <a:pt x="135" y="5"/>
                    <a:pt x="135" y="12"/>
                  </a:cubicBezTo>
                  <a:lnTo>
                    <a:pt x="135" y="156"/>
                  </a:lnTo>
                  <a:cubicBezTo>
                    <a:pt x="135" y="163"/>
                    <a:pt x="129" y="169"/>
                    <a:pt x="123" y="169"/>
                  </a:cubicBezTo>
                  <a:close/>
                </a:path>
              </a:pathLst>
            </a:custGeom>
            <a:solidFill>
              <a:srgbClr val="EB6E80"/>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5" name="Google Shape;1565;p53"/>
            <p:cNvSpPr/>
            <p:nvPr/>
          </p:nvSpPr>
          <p:spPr>
            <a:xfrm>
              <a:off x="4569120" y="2070720"/>
              <a:ext cx="48600" cy="85320"/>
            </a:xfrm>
            <a:custGeom>
              <a:rect b="b" l="l" r="r" t="t"/>
              <a:pathLst>
                <a:path extrusionOk="0" h="237" w="135">
                  <a:moveTo>
                    <a:pt x="122" y="237"/>
                  </a:moveTo>
                  <a:lnTo>
                    <a:pt x="12" y="237"/>
                  </a:lnTo>
                  <a:cubicBezTo>
                    <a:pt x="5" y="237"/>
                    <a:pt x="0" y="231"/>
                    <a:pt x="0" y="224"/>
                  </a:cubicBezTo>
                  <a:lnTo>
                    <a:pt x="0" y="12"/>
                  </a:lnTo>
                  <a:cubicBezTo>
                    <a:pt x="0" y="5"/>
                    <a:pt x="5" y="0"/>
                    <a:pt x="12" y="0"/>
                  </a:cubicBezTo>
                  <a:lnTo>
                    <a:pt x="122" y="0"/>
                  </a:lnTo>
                  <a:cubicBezTo>
                    <a:pt x="129" y="0"/>
                    <a:pt x="135" y="5"/>
                    <a:pt x="135" y="12"/>
                  </a:cubicBezTo>
                  <a:lnTo>
                    <a:pt x="135" y="224"/>
                  </a:lnTo>
                  <a:cubicBezTo>
                    <a:pt x="135" y="231"/>
                    <a:pt x="129" y="237"/>
                    <a:pt x="122" y="237"/>
                  </a:cubicBezTo>
                  <a:close/>
                </a:path>
              </a:pathLst>
            </a:custGeom>
            <a:solidFill>
              <a:srgbClr val="EB6E80"/>
            </a:solidFill>
            <a:ln>
              <a:noFill/>
            </a:ln>
          </p:spPr>
          <p:txBody>
            <a:bodyPr anchorCtr="1" anchor="ctr" bIns="40300" lIns="90000" spcFirstLastPara="1" rIns="90000" wrap="square" tIns="403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6" name="Google Shape;1566;p53"/>
            <p:cNvSpPr/>
            <p:nvPr/>
          </p:nvSpPr>
          <p:spPr>
            <a:xfrm>
              <a:off x="4641840" y="2046240"/>
              <a:ext cx="48960" cy="109800"/>
            </a:xfrm>
            <a:custGeom>
              <a:rect b="b" l="l" r="r" t="t"/>
              <a:pathLst>
                <a:path extrusionOk="0" h="305" w="136">
                  <a:moveTo>
                    <a:pt x="123" y="305"/>
                  </a:moveTo>
                  <a:lnTo>
                    <a:pt x="13" y="305"/>
                  </a:lnTo>
                  <a:cubicBezTo>
                    <a:pt x="6" y="305"/>
                    <a:pt x="0" y="299"/>
                    <a:pt x="0" y="292"/>
                  </a:cubicBezTo>
                  <a:lnTo>
                    <a:pt x="0" y="13"/>
                  </a:lnTo>
                  <a:cubicBezTo>
                    <a:pt x="0" y="6"/>
                    <a:pt x="6" y="0"/>
                    <a:pt x="13" y="0"/>
                  </a:cubicBezTo>
                  <a:lnTo>
                    <a:pt x="123" y="0"/>
                  </a:lnTo>
                  <a:cubicBezTo>
                    <a:pt x="130" y="0"/>
                    <a:pt x="136" y="6"/>
                    <a:pt x="136" y="13"/>
                  </a:cubicBezTo>
                  <a:lnTo>
                    <a:pt x="136" y="292"/>
                  </a:lnTo>
                  <a:cubicBezTo>
                    <a:pt x="136" y="299"/>
                    <a:pt x="130" y="305"/>
                    <a:pt x="123" y="305"/>
                  </a:cubicBezTo>
                  <a:close/>
                </a:path>
              </a:pathLst>
            </a:custGeom>
            <a:solidFill>
              <a:srgbClr val="EB6E8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7" name="Google Shape;1567;p53"/>
            <p:cNvSpPr/>
            <p:nvPr/>
          </p:nvSpPr>
          <p:spPr>
            <a:xfrm>
              <a:off x="4405320" y="1907280"/>
              <a:ext cx="375840" cy="375840"/>
            </a:xfrm>
            <a:custGeom>
              <a:rect b="b" l="l" r="r" t="t"/>
              <a:pathLst>
                <a:path extrusionOk="0" h="1044" w="1044">
                  <a:moveTo>
                    <a:pt x="946" y="743"/>
                  </a:moveTo>
                  <a:lnTo>
                    <a:pt x="98" y="743"/>
                  </a:lnTo>
                  <a:lnTo>
                    <a:pt x="98" y="233"/>
                  </a:lnTo>
                  <a:lnTo>
                    <a:pt x="946" y="233"/>
                  </a:lnTo>
                  <a:lnTo>
                    <a:pt x="946" y="743"/>
                  </a:lnTo>
                  <a:moveTo>
                    <a:pt x="980" y="811"/>
                  </a:moveTo>
                  <a:lnTo>
                    <a:pt x="64" y="811"/>
                  </a:lnTo>
                  <a:lnTo>
                    <a:pt x="64" y="774"/>
                  </a:lnTo>
                  <a:lnTo>
                    <a:pt x="980" y="774"/>
                  </a:lnTo>
                  <a:lnTo>
                    <a:pt x="980" y="811"/>
                  </a:lnTo>
                  <a:moveTo>
                    <a:pt x="64" y="166"/>
                  </a:moveTo>
                  <a:lnTo>
                    <a:pt x="980" y="166"/>
                  </a:lnTo>
                  <a:lnTo>
                    <a:pt x="980" y="203"/>
                  </a:lnTo>
                  <a:lnTo>
                    <a:pt x="962" y="203"/>
                  </a:lnTo>
                  <a:lnTo>
                    <a:pt x="962" y="203"/>
                  </a:lnTo>
                  <a:lnTo>
                    <a:pt x="83" y="203"/>
                  </a:lnTo>
                  <a:lnTo>
                    <a:pt x="83" y="203"/>
                  </a:lnTo>
                  <a:lnTo>
                    <a:pt x="64" y="203"/>
                  </a:lnTo>
                  <a:lnTo>
                    <a:pt x="64" y="166"/>
                  </a:lnTo>
                  <a:moveTo>
                    <a:pt x="522" y="1013"/>
                  </a:moveTo>
                  <a:cubicBezTo>
                    <a:pt x="512" y="1013"/>
                    <a:pt x="504" y="1005"/>
                    <a:pt x="504" y="995"/>
                  </a:cubicBezTo>
                  <a:cubicBezTo>
                    <a:pt x="504" y="985"/>
                    <a:pt x="512" y="976"/>
                    <a:pt x="522" y="976"/>
                  </a:cubicBezTo>
                  <a:cubicBezTo>
                    <a:pt x="532" y="976"/>
                    <a:pt x="541" y="985"/>
                    <a:pt x="541" y="995"/>
                  </a:cubicBezTo>
                  <a:cubicBezTo>
                    <a:pt x="541" y="1005"/>
                    <a:pt x="532" y="1013"/>
                    <a:pt x="522" y="1013"/>
                  </a:cubicBezTo>
                  <a:moveTo>
                    <a:pt x="30" y="99"/>
                  </a:moveTo>
                  <a:lnTo>
                    <a:pt x="1014" y="99"/>
                  </a:lnTo>
                  <a:lnTo>
                    <a:pt x="1014" y="136"/>
                  </a:lnTo>
                  <a:lnTo>
                    <a:pt x="30" y="136"/>
                  </a:lnTo>
                  <a:lnTo>
                    <a:pt x="30" y="99"/>
                  </a:lnTo>
                  <a:moveTo>
                    <a:pt x="504" y="49"/>
                  </a:moveTo>
                  <a:cubicBezTo>
                    <a:pt x="504" y="39"/>
                    <a:pt x="512" y="31"/>
                    <a:pt x="522" y="31"/>
                  </a:cubicBezTo>
                  <a:cubicBezTo>
                    <a:pt x="532" y="31"/>
                    <a:pt x="541" y="39"/>
                    <a:pt x="541" y="49"/>
                  </a:cubicBezTo>
                  <a:lnTo>
                    <a:pt x="541" y="68"/>
                  </a:lnTo>
                  <a:lnTo>
                    <a:pt x="504" y="68"/>
                  </a:lnTo>
                  <a:lnTo>
                    <a:pt x="504" y="49"/>
                  </a:lnTo>
                  <a:moveTo>
                    <a:pt x="995" y="233"/>
                  </a:moveTo>
                  <a:cubicBezTo>
                    <a:pt x="1004" y="233"/>
                    <a:pt x="1011" y="226"/>
                    <a:pt x="1011" y="218"/>
                  </a:cubicBezTo>
                  <a:lnTo>
                    <a:pt x="1011" y="166"/>
                  </a:lnTo>
                  <a:lnTo>
                    <a:pt x="1029" y="166"/>
                  </a:lnTo>
                  <a:cubicBezTo>
                    <a:pt x="1038" y="166"/>
                    <a:pt x="1044" y="159"/>
                    <a:pt x="1044" y="151"/>
                  </a:cubicBezTo>
                  <a:lnTo>
                    <a:pt x="1044" y="83"/>
                  </a:lnTo>
                  <a:cubicBezTo>
                    <a:pt x="1044" y="75"/>
                    <a:pt x="1038" y="68"/>
                    <a:pt x="1029" y="68"/>
                  </a:cubicBezTo>
                  <a:lnTo>
                    <a:pt x="571" y="68"/>
                  </a:lnTo>
                  <a:lnTo>
                    <a:pt x="571" y="49"/>
                  </a:lnTo>
                  <a:cubicBezTo>
                    <a:pt x="571" y="22"/>
                    <a:pt x="549" y="0"/>
                    <a:pt x="522" y="0"/>
                  </a:cubicBezTo>
                  <a:cubicBezTo>
                    <a:pt x="495" y="0"/>
                    <a:pt x="473" y="22"/>
                    <a:pt x="473" y="49"/>
                  </a:cubicBezTo>
                  <a:lnTo>
                    <a:pt x="473" y="68"/>
                  </a:lnTo>
                  <a:lnTo>
                    <a:pt x="15" y="68"/>
                  </a:lnTo>
                  <a:cubicBezTo>
                    <a:pt x="7" y="68"/>
                    <a:pt x="0" y="75"/>
                    <a:pt x="0" y="83"/>
                  </a:cubicBezTo>
                  <a:lnTo>
                    <a:pt x="0" y="151"/>
                  </a:lnTo>
                  <a:cubicBezTo>
                    <a:pt x="0" y="159"/>
                    <a:pt x="7" y="166"/>
                    <a:pt x="15" y="166"/>
                  </a:cubicBezTo>
                  <a:lnTo>
                    <a:pt x="34" y="166"/>
                  </a:lnTo>
                  <a:lnTo>
                    <a:pt x="34" y="218"/>
                  </a:lnTo>
                  <a:cubicBezTo>
                    <a:pt x="34" y="226"/>
                    <a:pt x="40" y="233"/>
                    <a:pt x="49" y="233"/>
                  </a:cubicBezTo>
                  <a:lnTo>
                    <a:pt x="67" y="233"/>
                  </a:lnTo>
                  <a:lnTo>
                    <a:pt x="67" y="743"/>
                  </a:lnTo>
                  <a:lnTo>
                    <a:pt x="49" y="743"/>
                  </a:lnTo>
                  <a:cubicBezTo>
                    <a:pt x="40" y="743"/>
                    <a:pt x="34" y="750"/>
                    <a:pt x="34" y="758"/>
                  </a:cubicBezTo>
                  <a:lnTo>
                    <a:pt x="34" y="811"/>
                  </a:lnTo>
                  <a:lnTo>
                    <a:pt x="15" y="811"/>
                  </a:lnTo>
                  <a:cubicBezTo>
                    <a:pt x="7" y="811"/>
                    <a:pt x="0" y="817"/>
                    <a:pt x="0" y="826"/>
                  </a:cubicBezTo>
                  <a:lnTo>
                    <a:pt x="0" y="893"/>
                  </a:lnTo>
                  <a:cubicBezTo>
                    <a:pt x="0" y="902"/>
                    <a:pt x="7" y="909"/>
                    <a:pt x="15" y="909"/>
                  </a:cubicBezTo>
                  <a:lnTo>
                    <a:pt x="123" y="909"/>
                  </a:lnTo>
                  <a:cubicBezTo>
                    <a:pt x="131" y="909"/>
                    <a:pt x="138" y="902"/>
                    <a:pt x="138" y="893"/>
                  </a:cubicBezTo>
                  <a:cubicBezTo>
                    <a:pt x="138" y="885"/>
                    <a:pt x="131" y="878"/>
                    <a:pt x="123" y="878"/>
                  </a:cubicBezTo>
                  <a:lnTo>
                    <a:pt x="30" y="878"/>
                  </a:lnTo>
                  <a:lnTo>
                    <a:pt x="30" y="841"/>
                  </a:lnTo>
                  <a:lnTo>
                    <a:pt x="49" y="841"/>
                  </a:lnTo>
                  <a:lnTo>
                    <a:pt x="49" y="841"/>
                  </a:lnTo>
                  <a:lnTo>
                    <a:pt x="995" y="841"/>
                  </a:lnTo>
                  <a:lnTo>
                    <a:pt x="995" y="841"/>
                  </a:lnTo>
                  <a:lnTo>
                    <a:pt x="1014" y="841"/>
                  </a:lnTo>
                  <a:lnTo>
                    <a:pt x="1014" y="878"/>
                  </a:lnTo>
                  <a:lnTo>
                    <a:pt x="184" y="878"/>
                  </a:lnTo>
                  <a:cubicBezTo>
                    <a:pt x="176" y="878"/>
                    <a:pt x="169" y="885"/>
                    <a:pt x="169" y="893"/>
                  </a:cubicBezTo>
                  <a:cubicBezTo>
                    <a:pt x="169" y="902"/>
                    <a:pt x="176" y="909"/>
                    <a:pt x="184" y="909"/>
                  </a:cubicBezTo>
                  <a:lnTo>
                    <a:pt x="507" y="909"/>
                  </a:lnTo>
                  <a:lnTo>
                    <a:pt x="507" y="948"/>
                  </a:lnTo>
                  <a:cubicBezTo>
                    <a:pt x="487" y="955"/>
                    <a:pt x="473" y="973"/>
                    <a:pt x="473" y="995"/>
                  </a:cubicBezTo>
                  <a:cubicBezTo>
                    <a:pt x="473" y="1022"/>
                    <a:pt x="495" y="1044"/>
                    <a:pt x="522" y="1044"/>
                  </a:cubicBezTo>
                  <a:cubicBezTo>
                    <a:pt x="549" y="1044"/>
                    <a:pt x="571" y="1022"/>
                    <a:pt x="571" y="995"/>
                  </a:cubicBezTo>
                  <a:cubicBezTo>
                    <a:pt x="571" y="973"/>
                    <a:pt x="557" y="955"/>
                    <a:pt x="537" y="948"/>
                  </a:cubicBezTo>
                  <a:lnTo>
                    <a:pt x="537" y="909"/>
                  </a:lnTo>
                  <a:lnTo>
                    <a:pt x="1029" y="909"/>
                  </a:lnTo>
                  <a:cubicBezTo>
                    <a:pt x="1038" y="909"/>
                    <a:pt x="1044" y="902"/>
                    <a:pt x="1044" y="893"/>
                  </a:cubicBezTo>
                  <a:lnTo>
                    <a:pt x="1044" y="826"/>
                  </a:lnTo>
                  <a:cubicBezTo>
                    <a:pt x="1044" y="817"/>
                    <a:pt x="1038" y="811"/>
                    <a:pt x="1029" y="811"/>
                  </a:cubicBezTo>
                  <a:lnTo>
                    <a:pt x="1011" y="811"/>
                  </a:lnTo>
                  <a:lnTo>
                    <a:pt x="1011" y="758"/>
                  </a:lnTo>
                  <a:cubicBezTo>
                    <a:pt x="1011" y="750"/>
                    <a:pt x="1004" y="743"/>
                    <a:pt x="995" y="743"/>
                  </a:cubicBezTo>
                  <a:lnTo>
                    <a:pt x="977" y="743"/>
                  </a:lnTo>
                  <a:lnTo>
                    <a:pt x="977" y="233"/>
                  </a:lnTo>
                  <a:lnTo>
                    <a:pt x="995" y="233"/>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68" name="Google Shape;1568;p53"/>
            <p:cNvSpPr/>
            <p:nvPr/>
          </p:nvSpPr>
          <p:spPr>
            <a:xfrm>
              <a:off x="4466160" y="2040840"/>
              <a:ext cx="254160" cy="120600"/>
            </a:xfrm>
            <a:custGeom>
              <a:rect b="b" l="l" r="r" t="t"/>
              <a:pathLst>
                <a:path extrusionOk="0" h="335" w="706">
                  <a:moveTo>
                    <a:pt x="98" y="166"/>
                  </a:moveTo>
                  <a:lnTo>
                    <a:pt x="203" y="166"/>
                  </a:lnTo>
                  <a:lnTo>
                    <a:pt x="203" y="304"/>
                  </a:lnTo>
                  <a:lnTo>
                    <a:pt x="98" y="304"/>
                  </a:lnTo>
                  <a:lnTo>
                    <a:pt x="98" y="166"/>
                  </a:lnTo>
                  <a:moveTo>
                    <a:pt x="301" y="98"/>
                  </a:moveTo>
                  <a:lnTo>
                    <a:pt x="405" y="98"/>
                  </a:lnTo>
                  <a:lnTo>
                    <a:pt x="405" y="304"/>
                  </a:lnTo>
                  <a:lnTo>
                    <a:pt x="301" y="304"/>
                  </a:lnTo>
                  <a:lnTo>
                    <a:pt x="301" y="98"/>
                  </a:lnTo>
                  <a:moveTo>
                    <a:pt x="504" y="31"/>
                  </a:moveTo>
                  <a:lnTo>
                    <a:pt x="608" y="31"/>
                  </a:lnTo>
                  <a:lnTo>
                    <a:pt x="608" y="304"/>
                  </a:lnTo>
                  <a:lnTo>
                    <a:pt x="504" y="304"/>
                  </a:lnTo>
                  <a:lnTo>
                    <a:pt x="504" y="31"/>
                  </a:lnTo>
                  <a:moveTo>
                    <a:pt x="15" y="335"/>
                  </a:moveTo>
                  <a:lnTo>
                    <a:pt x="691" y="335"/>
                  </a:lnTo>
                  <a:cubicBezTo>
                    <a:pt x="700" y="335"/>
                    <a:pt x="706" y="328"/>
                    <a:pt x="706" y="320"/>
                  </a:cubicBezTo>
                  <a:cubicBezTo>
                    <a:pt x="706" y="311"/>
                    <a:pt x="700" y="304"/>
                    <a:pt x="691" y="304"/>
                  </a:cubicBezTo>
                  <a:lnTo>
                    <a:pt x="639" y="304"/>
                  </a:lnTo>
                  <a:lnTo>
                    <a:pt x="639" y="15"/>
                  </a:lnTo>
                  <a:cubicBezTo>
                    <a:pt x="639" y="7"/>
                    <a:pt x="632" y="0"/>
                    <a:pt x="624" y="0"/>
                  </a:cubicBezTo>
                  <a:lnTo>
                    <a:pt x="488" y="0"/>
                  </a:lnTo>
                  <a:cubicBezTo>
                    <a:pt x="480" y="0"/>
                    <a:pt x="473" y="7"/>
                    <a:pt x="473" y="15"/>
                  </a:cubicBezTo>
                  <a:lnTo>
                    <a:pt x="473" y="304"/>
                  </a:lnTo>
                  <a:lnTo>
                    <a:pt x="436" y="304"/>
                  </a:lnTo>
                  <a:lnTo>
                    <a:pt x="436" y="83"/>
                  </a:lnTo>
                  <a:cubicBezTo>
                    <a:pt x="436" y="75"/>
                    <a:pt x="429" y="68"/>
                    <a:pt x="421" y="68"/>
                  </a:cubicBezTo>
                  <a:lnTo>
                    <a:pt x="286" y="68"/>
                  </a:lnTo>
                  <a:cubicBezTo>
                    <a:pt x="277" y="68"/>
                    <a:pt x="270" y="75"/>
                    <a:pt x="270" y="83"/>
                  </a:cubicBezTo>
                  <a:lnTo>
                    <a:pt x="270" y="304"/>
                  </a:lnTo>
                  <a:lnTo>
                    <a:pt x="233" y="304"/>
                  </a:lnTo>
                  <a:lnTo>
                    <a:pt x="233" y="151"/>
                  </a:lnTo>
                  <a:cubicBezTo>
                    <a:pt x="233" y="142"/>
                    <a:pt x="226" y="135"/>
                    <a:pt x="218" y="135"/>
                  </a:cubicBezTo>
                  <a:lnTo>
                    <a:pt x="83" y="135"/>
                  </a:lnTo>
                  <a:cubicBezTo>
                    <a:pt x="74" y="135"/>
                    <a:pt x="67" y="142"/>
                    <a:pt x="67" y="151"/>
                  </a:cubicBezTo>
                  <a:lnTo>
                    <a:pt x="67" y="304"/>
                  </a:lnTo>
                  <a:lnTo>
                    <a:pt x="15" y="304"/>
                  </a:lnTo>
                  <a:cubicBezTo>
                    <a:pt x="7" y="304"/>
                    <a:pt x="0" y="311"/>
                    <a:pt x="0" y="320"/>
                  </a:cubicBezTo>
                  <a:cubicBezTo>
                    <a:pt x="0" y="328"/>
                    <a:pt x="7" y="335"/>
                    <a:pt x="15" y="335"/>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69" name="Google Shape;1569;p53"/>
            <p:cNvSpPr/>
            <p:nvPr/>
          </p:nvSpPr>
          <p:spPr>
            <a:xfrm>
              <a:off x="4502520" y="2004480"/>
              <a:ext cx="35280" cy="71640"/>
            </a:xfrm>
            <a:custGeom>
              <a:rect b="b" l="l" r="r" t="t"/>
              <a:pathLst>
                <a:path extrusionOk="0" h="199" w="98">
                  <a:moveTo>
                    <a:pt x="49" y="152"/>
                  </a:moveTo>
                  <a:cubicBezTo>
                    <a:pt x="39" y="152"/>
                    <a:pt x="31" y="144"/>
                    <a:pt x="31" y="133"/>
                  </a:cubicBezTo>
                  <a:cubicBezTo>
                    <a:pt x="31" y="125"/>
                    <a:pt x="24" y="118"/>
                    <a:pt x="16" y="118"/>
                  </a:cubicBezTo>
                  <a:cubicBezTo>
                    <a:pt x="7" y="118"/>
                    <a:pt x="0" y="125"/>
                    <a:pt x="0" y="133"/>
                  </a:cubicBezTo>
                  <a:cubicBezTo>
                    <a:pt x="0" y="155"/>
                    <a:pt x="14" y="174"/>
                    <a:pt x="34" y="180"/>
                  </a:cubicBezTo>
                  <a:lnTo>
                    <a:pt x="34" y="184"/>
                  </a:lnTo>
                  <a:cubicBezTo>
                    <a:pt x="34" y="192"/>
                    <a:pt x="41" y="199"/>
                    <a:pt x="49" y="199"/>
                  </a:cubicBezTo>
                  <a:cubicBezTo>
                    <a:pt x="58" y="199"/>
                    <a:pt x="65" y="192"/>
                    <a:pt x="65" y="184"/>
                  </a:cubicBezTo>
                  <a:lnTo>
                    <a:pt x="65" y="180"/>
                  </a:lnTo>
                  <a:cubicBezTo>
                    <a:pt x="84" y="174"/>
                    <a:pt x="98" y="155"/>
                    <a:pt x="98" y="133"/>
                  </a:cubicBezTo>
                  <a:cubicBezTo>
                    <a:pt x="98" y="106"/>
                    <a:pt x="76" y="84"/>
                    <a:pt x="49" y="84"/>
                  </a:cubicBezTo>
                  <a:lnTo>
                    <a:pt x="49" y="84"/>
                  </a:lnTo>
                  <a:cubicBezTo>
                    <a:pt x="39" y="84"/>
                    <a:pt x="31" y="76"/>
                    <a:pt x="31" y="66"/>
                  </a:cubicBezTo>
                  <a:cubicBezTo>
                    <a:pt x="31" y="56"/>
                    <a:pt x="39" y="47"/>
                    <a:pt x="49" y="47"/>
                  </a:cubicBezTo>
                  <a:cubicBezTo>
                    <a:pt x="60" y="47"/>
                    <a:pt x="68" y="56"/>
                    <a:pt x="68" y="66"/>
                  </a:cubicBezTo>
                  <a:cubicBezTo>
                    <a:pt x="68" y="74"/>
                    <a:pt x="75" y="81"/>
                    <a:pt x="83" y="81"/>
                  </a:cubicBezTo>
                  <a:cubicBezTo>
                    <a:pt x="92" y="81"/>
                    <a:pt x="98" y="74"/>
                    <a:pt x="98" y="66"/>
                  </a:cubicBezTo>
                  <a:cubicBezTo>
                    <a:pt x="98" y="44"/>
                    <a:pt x="84" y="26"/>
                    <a:pt x="65" y="19"/>
                  </a:cubicBezTo>
                  <a:lnTo>
                    <a:pt x="65" y="15"/>
                  </a:lnTo>
                  <a:cubicBezTo>
                    <a:pt x="65" y="7"/>
                    <a:pt x="58" y="0"/>
                    <a:pt x="49" y="0"/>
                  </a:cubicBezTo>
                  <a:cubicBezTo>
                    <a:pt x="41" y="0"/>
                    <a:pt x="34" y="7"/>
                    <a:pt x="34" y="15"/>
                  </a:cubicBezTo>
                  <a:lnTo>
                    <a:pt x="34" y="19"/>
                  </a:lnTo>
                  <a:cubicBezTo>
                    <a:pt x="14" y="26"/>
                    <a:pt x="0" y="44"/>
                    <a:pt x="0" y="66"/>
                  </a:cubicBezTo>
                  <a:cubicBezTo>
                    <a:pt x="0" y="93"/>
                    <a:pt x="22" y="115"/>
                    <a:pt x="49" y="115"/>
                  </a:cubicBezTo>
                  <a:lnTo>
                    <a:pt x="49" y="115"/>
                  </a:lnTo>
                  <a:cubicBezTo>
                    <a:pt x="60" y="115"/>
                    <a:pt x="68" y="123"/>
                    <a:pt x="68" y="133"/>
                  </a:cubicBezTo>
                  <a:cubicBezTo>
                    <a:pt x="68" y="144"/>
                    <a:pt x="60" y="152"/>
                    <a:pt x="49" y="152"/>
                  </a:cubicBezTo>
                  <a:close/>
                </a:path>
              </a:pathLst>
            </a:custGeom>
            <a:solidFill>
              <a:srgbClr val="3C2C31"/>
            </a:solidFill>
            <a:ln>
              <a:noFill/>
            </a:ln>
          </p:spPr>
          <p:txBody>
            <a:bodyPr anchorCtr="1" anchor="ctr" bIns="26625" lIns="90000" spcFirstLastPara="1" rIns="90000" wrap="square" tIns="26625">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570" name="Google Shape;1570;p53"/>
          <p:cNvGrpSpPr/>
          <p:nvPr/>
        </p:nvGrpSpPr>
        <p:grpSpPr>
          <a:xfrm>
            <a:off x="1227513" y="1775010"/>
            <a:ext cx="548638" cy="548638"/>
            <a:chOff x="1826640" y="3435120"/>
            <a:chExt cx="363240" cy="362520"/>
          </a:xfrm>
        </p:grpSpPr>
        <p:sp>
          <p:nvSpPr>
            <p:cNvPr id="1571" name="Google Shape;1571;p53"/>
            <p:cNvSpPr/>
            <p:nvPr/>
          </p:nvSpPr>
          <p:spPr>
            <a:xfrm>
              <a:off x="1855440" y="3499200"/>
              <a:ext cx="305640" cy="210960"/>
            </a:xfrm>
            <a:custGeom>
              <a:rect b="b" l="l" r="r" t="t"/>
              <a:pathLst>
                <a:path extrusionOk="0" h="586" w="849">
                  <a:moveTo>
                    <a:pt x="0" y="0"/>
                  </a:moveTo>
                  <a:lnTo>
                    <a:pt x="849" y="0"/>
                  </a:lnTo>
                  <a:lnTo>
                    <a:pt x="849" y="586"/>
                  </a:lnTo>
                  <a:lnTo>
                    <a:pt x="0" y="586"/>
                  </a:lnTo>
                  <a:lnTo>
                    <a:pt x="0" y="0"/>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2" name="Google Shape;1572;p53"/>
            <p:cNvSpPr/>
            <p:nvPr/>
          </p:nvSpPr>
          <p:spPr>
            <a:xfrm>
              <a:off x="1843920" y="3483360"/>
              <a:ext cx="329040" cy="27360"/>
            </a:xfrm>
            <a:custGeom>
              <a:rect b="b" l="l" r="r" t="t"/>
              <a:pathLst>
                <a:path extrusionOk="0" h="76" w="914">
                  <a:moveTo>
                    <a:pt x="902" y="76"/>
                  </a:moveTo>
                  <a:lnTo>
                    <a:pt x="12" y="76"/>
                  </a:lnTo>
                  <a:cubicBezTo>
                    <a:pt x="5" y="76"/>
                    <a:pt x="0" y="71"/>
                    <a:pt x="0" y="64"/>
                  </a:cubicBezTo>
                  <a:lnTo>
                    <a:pt x="0" y="12"/>
                  </a:lnTo>
                  <a:cubicBezTo>
                    <a:pt x="0" y="5"/>
                    <a:pt x="5" y="0"/>
                    <a:pt x="12" y="0"/>
                  </a:cubicBezTo>
                  <a:lnTo>
                    <a:pt x="902" y="0"/>
                  </a:lnTo>
                  <a:cubicBezTo>
                    <a:pt x="909" y="0"/>
                    <a:pt x="914" y="5"/>
                    <a:pt x="914" y="12"/>
                  </a:cubicBezTo>
                  <a:lnTo>
                    <a:pt x="914" y="64"/>
                  </a:lnTo>
                  <a:cubicBezTo>
                    <a:pt x="914" y="71"/>
                    <a:pt x="909" y="76"/>
                    <a:pt x="902" y="76"/>
                  </a:cubicBezTo>
                  <a:close/>
                </a:path>
              </a:pathLst>
            </a:custGeom>
            <a:solidFill>
              <a:srgbClr val="E9B00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3" name="Google Shape;1573;p53"/>
            <p:cNvSpPr/>
            <p:nvPr/>
          </p:nvSpPr>
          <p:spPr>
            <a:xfrm>
              <a:off x="1843920" y="3698640"/>
              <a:ext cx="329040" cy="27360"/>
            </a:xfrm>
            <a:custGeom>
              <a:rect b="b" l="l" r="r" t="t"/>
              <a:pathLst>
                <a:path extrusionOk="0" h="76" w="914">
                  <a:moveTo>
                    <a:pt x="902" y="76"/>
                  </a:moveTo>
                  <a:lnTo>
                    <a:pt x="12" y="76"/>
                  </a:lnTo>
                  <a:cubicBezTo>
                    <a:pt x="5" y="76"/>
                    <a:pt x="0" y="71"/>
                    <a:pt x="0" y="65"/>
                  </a:cubicBezTo>
                  <a:lnTo>
                    <a:pt x="0" y="11"/>
                  </a:lnTo>
                  <a:cubicBezTo>
                    <a:pt x="0" y="5"/>
                    <a:pt x="5" y="0"/>
                    <a:pt x="12" y="0"/>
                  </a:cubicBezTo>
                  <a:lnTo>
                    <a:pt x="902" y="0"/>
                  </a:lnTo>
                  <a:cubicBezTo>
                    <a:pt x="909" y="0"/>
                    <a:pt x="914" y="5"/>
                    <a:pt x="914" y="11"/>
                  </a:cubicBezTo>
                  <a:lnTo>
                    <a:pt x="914" y="65"/>
                  </a:lnTo>
                  <a:cubicBezTo>
                    <a:pt x="914" y="71"/>
                    <a:pt x="909" y="76"/>
                    <a:pt x="902" y="76"/>
                  </a:cubicBezTo>
                  <a:close/>
                </a:path>
              </a:pathLst>
            </a:custGeom>
            <a:solidFill>
              <a:srgbClr val="E9B00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4" name="Google Shape;1574;p53"/>
            <p:cNvSpPr/>
            <p:nvPr/>
          </p:nvSpPr>
          <p:spPr>
            <a:xfrm>
              <a:off x="1832040" y="3463920"/>
              <a:ext cx="352440" cy="23400"/>
            </a:xfrm>
            <a:custGeom>
              <a:rect b="b" l="l" r="r" t="t"/>
              <a:pathLst>
                <a:path extrusionOk="0" h="65" w="979">
                  <a:moveTo>
                    <a:pt x="968" y="65"/>
                  </a:moveTo>
                  <a:lnTo>
                    <a:pt x="12" y="65"/>
                  </a:lnTo>
                  <a:cubicBezTo>
                    <a:pt x="5" y="65"/>
                    <a:pt x="0" y="60"/>
                    <a:pt x="0" y="53"/>
                  </a:cubicBezTo>
                  <a:lnTo>
                    <a:pt x="0" y="11"/>
                  </a:lnTo>
                  <a:cubicBezTo>
                    <a:pt x="0" y="5"/>
                    <a:pt x="5" y="0"/>
                    <a:pt x="12" y="0"/>
                  </a:cubicBezTo>
                  <a:lnTo>
                    <a:pt x="968" y="0"/>
                  </a:lnTo>
                  <a:cubicBezTo>
                    <a:pt x="974" y="0"/>
                    <a:pt x="979" y="5"/>
                    <a:pt x="979" y="11"/>
                  </a:cubicBezTo>
                  <a:lnTo>
                    <a:pt x="979" y="53"/>
                  </a:lnTo>
                  <a:cubicBezTo>
                    <a:pt x="979" y="60"/>
                    <a:pt x="974" y="65"/>
                    <a:pt x="968" y="65"/>
                  </a:cubicBezTo>
                  <a:close/>
                </a:path>
              </a:pathLst>
            </a:custGeom>
            <a:solidFill>
              <a:srgbClr val="008F9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5" name="Google Shape;1575;p53"/>
            <p:cNvSpPr/>
            <p:nvPr/>
          </p:nvSpPr>
          <p:spPr>
            <a:xfrm>
              <a:off x="1832040" y="3722040"/>
              <a:ext cx="352440" cy="23400"/>
            </a:xfrm>
            <a:custGeom>
              <a:rect b="b" l="l" r="r" t="t"/>
              <a:pathLst>
                <a:path extrusionOk="0" h="65" w="979">
                  <a:moveTo>
                    <a:pt x="968" y="65"/>
                  </a:moveTo>
                  <a:lnTo>
                    <a:pt x="12" y="65"/>
                  </a:lnTo>
                  <a:cubicBezTo>
                    <a:pt x="5" y="65"/>
                    <a:pt x="0" y="60"/>
                    <a:pt x="0" y="53"/>
                  </a:cubicBezTo>
                  <a:lnTo>
                    <a:pt x="0" y="12"/>
                  </a:lnTo>
                  <a:cubicBezTo>
                    <a:pt x="0" y="5"/>
                    <a:pt x="5" y="0"/>
                    <a:pt x="12" y="0"/>
                  </a:cubicBezTo>
                  <a:lnTo>
                    <a:pt x="968" y="0"/>
                  </a:lnTo>
                  <a:cubicBezTo>
                    <a:pt x="974" y="0"/>
                    <a:pt x="979" y="5"/>
                    <a:pt x="979" y="12"/>
                  </a:cubicBezTo>
                  <a:lnTo>
                    <a:pt x="979" y="53"/>
                  </a:lnTo>
                  <a:cubicBezTo>
                    <a:pt x="979" y="60"/>
                    <a:pt x="974" y="65"/>
                    <a:pt x="968" y="65"/>
                  </a:cubicBezTo>
                  <a:close/>
                </a:path>
              </a:pathLst>
            </a:custGeom>
            <a:solidFill>
              <a:srgbClr val="008F9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6" name="Google Shape;1576;p53"/>
            <p:cNvSpPr/>
            <p:nvPr/>
          </p:nvSpPr>
          <p:spPr>
            <a:xfrm>
              <a:off x="1890720" y="3546000"/>
              <a:ext cx="105840" cy="105840"/>
            </a:xfrm>
            <a:custGeom>
              <a:rect b="b" l="l" r="r" t="t"/>
              <a:pathLst>
                <a:path extrusionOk="0" h="294" w="294">
                  <a:moveTo>
                    <a:pt x="294" y="147"/>
                  </a:moveTo>
                  <a:cubicBezTo>
                    <a:pt x="294" y="228"/>
                    <a:pt x="228" y="294"/>
                    <a:pt x="147" y="294"/>
                  </a:cubicBezTo>
                  <a:cubicBezTo>
                    <a:pt x="66" y="294"/>
                    <a:pt x="0" y="228"/>
                    <a:pt x="0" y="147"/>
                  </a:cubicBezTo>
                  <a:cubicBezTo>
                    <a:pt x="0" y="66"/>
                    <a:pt x="66" y="0"/>
                    <a:pt x="147" y="0"/>
                  </a:cubicBezTo>
                  <a:cubicBezTo>
                    <a:pt x="228" y="0"/>
                    <a:pt x="294" y="66"/>
                    <a:pt x="294" y="147"/>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7" name="Google Shape;1577;p53"/>
            <p:cNvSpPr/>
            <p:nvPr/>
          </p:nvSpPr>
          <p:spPr>
            <a:xfrm>
              <a:off x="1943640" y="3546000"/>
              <a:ext cx="37440" cy="46800"/>
            </a:xfrm>
            <a:custGeom>
              <a:rect b="b" l="l" r="r" t="t"/>
              <a:pathLst>
                <a:path extrusionOk="0" h="130" w="104">
                  <a:moveTo>
                    <a:pt x="104" y="43"/>
                  </a:moveTo>
                  <a:cubicBezTo>
                    <a:pt x="78" y="17"/>
                    <a:pt x="41" y="0"/>
                    <a:pt x="0" y="0"/>
                  </a:cubicBezTo>
                  <a:lnTo>
                    <a:pt x="0" y="118"/>
                  </a:lnTo>
                  <a:cubicBezTo>
                    <a:pt x="0" y="129"/>
                    <a:pt x="13" y="134"/>
                    <a:pt x="20" y="127"/>
                  </a:cubicBezTo>
                  <a:lnTo>
                    <a:pt x="104" y="43"/>
                  </a:lnTo>
                  <a:close/>
                </a:path>
              </a:pathLst>
            </a:custGeom>
            <a:solidFill>
              <a:srgbClr val="EB6E80"/>
            </a:solidFill>
            <a:ln>
              <a:noFill/>
            </a:ln>
          </p:spPr>
          <p:txBody>
            <a:bodyPr anchorCtr="1" anchor="ctr" bIns="1800" lIns="90000" spcFirstLastPara="1" rIns="90000" wrap="square" tIns="1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8" name="Google Shape;1578;p53"/>
            <p:cNvSpPr/>
            <p:nvPr/>
          </p:nvSpPr>
          <p:spPr>
            <a:xfrm>
              <a:off x="1826640" y="3435120"/>
              <a:ext cx="363240" cy="362520"/>
            </a:xfrm>
            <a:custGeom>
              <a:rect b="b" l="l" r="r" t="t"/>
              <a:pathLst>
                <a:path extrusionOk="0" h="1007" w="1009">
                  <a:moveTo>
                    <a:pt x="914" y="717"/>
                  </a:moveTo>
                  <a:lnTo>
                    <a:pt x="95" y="717"/>
                  </a:lnTo>
                  <a:lnTo>
                    <a:pt x="95" y="225"/>
                  </a:lnTo>
                  <a:lnTo>
                    <a:pt x="914" y="225"/>
                  </a:lnTo>
                  <a:lnTo>
                    <a:pt x="914" y="717"/>
                  </a:lnTo>
                  <a:moveTo>
                    <a:pt x="947" y="782"/>
                  </a:moveTo>
                  <a:lnTo>
                    <a:pt x="63" y="782"/>
                  </a:lnTo>
                  <a:lnTo>
                    <a:pt x="63" y="746"/>
                  </a:lnTo>
                  <a:lnTo>
                    <a:pt x="947" y="746"/>
                  </a:lnTo>
                  <a:lnTo>
                    <a:pt x="947" y="782"/>
                  </a:lnTo>
                  <a:moveTo>
                    <a:pt x="63" y="160"/>
                  </a:moveTo>
                  <a:lnTo>
                    <a:pt x="947" y="160"/>
                  </a:lnTo>
                  <a:lnTo>
                    <a:pt x="947" y="195"/>
                  </a:lnTo>
                  <a:lnTo>
                    <a:pt x="929" y="195"/>
                  </a:lnTo>
                  <a:lnTo>
                    <a:pt x="929" y="195"/>
                  </a:lnTo>
                  <a:lnTo>
                    <a:pt x="80" y="195"/>
                  </a:lnTo>
                  <a:lnTo>
                    <a:pt x="80" y="195"/>
                  </a:lnTo>
                  <a:lnTo>
                    <a:pt x="63" y="195"/>
                  </a:lnTo>
                  <a:lnTo>
                    <a:pt x="63" y="160"/>
                  </a:lnTo>
                  <a:moveTo>
                    <a:pt x="505" y="978"/>
                  </a:moveTo>
                  <a:cubicBezTo>
                    <a:pt x="495" y="978"/>
                    <a:pt x="487" y="970"/>
                    <a:pt x="487" y="960"/>
                  </a:cubicBezTo>
                  <a:cubicBezTo>
                    <a:pt x="487" y="950"/>
                    <a:pt x="495" y="942"/>
                    <a:pt x="505" y="942"/>
                  </a:cubicBezTo>
                  <a:cubicBezTo>
                    <a:pt x="515" y="942"/>
                    <a:pt x="523" y="950"/>
                    <a:pt x="523" y="960"/>
                  </a:cubicBezTo>
                  <a:cubicBezTo>
                    <a:pt x="523" y="970"/>
                    <a:pt x="515" y="978"/>
                    <a:pt x="505" y="978"/>
                  </a:cubicBezTo>
                  <a:moveTo>
                    <a:pt x="30" y="94"/>
                  </a:moveTo>
                  <a:lnTo>
                    <a:pt x="980" y="94"/>
                  </a:lnTo>
                  <a:lnTo>
                    <a:pt x="980" y="130"/>
                  </a:lnTo>
                  <a:lnTo>
                    <a:pt x="30" y="130"/>
                  </a:lnTo>
                  <a:lnTo>
                    <a:pt x="30" y="94"/>
                  </a:lnTo>
                  <a:moveTo>
                    <a:pt x="487" y="47"/>
                  </a:moveTo>
                  <a:cubicBezTo>
                    <a:pt x="487" y="37"/>
                    <a:pt x="495" y="29"/>
                    <a:pt x="505" y="29"/>
                  </a:cubicBezTo>
                  <a:cubicBezTo>
                    <a:pt x="515" y="29"/>
                    <a:pt x="523" y="37"/>
                    <a:pt x="523" y="47"/>
                  </a:cubicBezTo>
                  <a:lnTo>
                    <a:pt x="523" y="65"/>
                  </a:lnTo>
                  <a:lnTo>
                    <a:pt x="487" y="65"/>
                  </a:lnTo>
                  <a:lnTo>
                    <a:pt x="487" y="47"/>
                  </a:lnTo>
                  <a:moveTo>
                    <a:pt x="962" y="225"/>
                  </a:moveTo>
                  <a:cubicBezTo>
                    <a:pt x="970" y="225"/>
                    <a:pt x="977" y="218"/>
                    <a:pt x="977" y="210"/>
                  </a:cubicBezTo>
                  <a:lnTo>
                    <a:pt x="977" y="160"/>
                  </a:lnTo>
                  <a:lnTo>
                    <a:pt x="995" y="160"/>
                  </a:lnTo>
                  <a:cubicBezTo>
                    <a:pt x="1003" y="160"/>
                    <a:pt x="1009" y="153"/>
                    <a:pt x="1009" y="145"/>
                  </a:cubicBezTo>
                  <a:lnTo>
                    <a:pt x="1009" y="80"/>
                  </a:lnTo>
                  <a:cubicBezTo>
                    <a:pt x="1009" y="71"/>
                    <a:pt x="1003" y="65"/>
                    <a:pt x="995" y="65"/>
                  </a:cubicBezTo>
                  <a:lnTo>
                    <a:pt x="552" y="65"/>
                  </a:lnTo>
                  <a:lnTo>
                    <a:pt x="552" y="47"/>
                  </a:lnTo>
                  <a:cubicBezTo>
                    <a:pt x="552" y="21"/>
                    <a:pt x="531" y="0"/>
                    <a:pt x="505" y="0"/>
                  </a:cubicBezTo>
                  <a:cubicBezTo>
                    <a:pt x="479" y="0"/>
                    <a:pt x="457" y="21"/>
                    <a:pt x="457" y="47"/>
                  </a:cubicBezTo>
                  <a:lnTo>
                    <a:pt x="457" y="65"/>
                  </a:lnTo>
                  <a:lnTo>
                    <a:pt x="15" y="65"/>
                  </a:lnTo>
                  <a:cubicBezTo>
                    <a:pt x="7" y="65"/>
                    <a:pt x="0" y="71"/>
                    <a:pt x="0" y="80"/>
                  </a:cubicBezTo>
                  <a:lnTo>
                    <a:pt x="0" y="145"/>
                  </a:lnTo>
                  <a:cubicBezTo>
                    <a:pt x="0" y="153"/>
                    <a:pt x="7" y="160"/>
                    <a:pt x="15" y="160"/>
                  </a:cubicBezTo>
                  <a:lnTo>
                    <a:pt x="33" y="160"/>
                  </a:lnTo>
                  <a:lnTo>
                    <a:pt x="33" y="210"/>
                  </a:lnTo>
                  <a:cubicBezTo>
                    <a:pt x="33" y="218"/>
                    <a:pt x="40" y="225"/>
                    <a:pt x="48" y="225"/>
                  </a:cubicBezTo>
                  <a:lnTo>
                    <a:pt x="66" y="225"/>
                  </a:lnTo>
                  <a:lnTo>
                    <a:pt x="66" y="717"/>
                  </a:lnTo>
                  <a:lnTo>
                    <a:pt x="48" y="717"/>
                  </a:lnTo>
                  <a:cubicBezTo>
                    <a:pt x="40" y="717"/>
                    <a:pt x="33" y="723"/>
                    <a:pt x="33" y="731"/>
                  </a:cubicBezTo>
                  <a:lnTo>
                    <a:pt x="33" y="782"/>
                  </a:lnTo>
                  <a:lnTo>
                    <a:pt x="15" y="782"/>
                  </a:lnTo>
                  <a:cubicBezTo>
                    <a:pt x="7" y="782"/>
                    <a:pt x="0" y="789"/>
                    <a:pt x="0" y="797"/>
                  </a:cubicBezTo>
                  <a:lnTo>
                    <a:pt x="0" y="862"/>
                  </a:lnTo>
                  <a:cubicBezTo>
                    <a:pt x="0" y="870"/>
                    <a:pt x="7" y="877"/>
                    <a:pt x="15" y="877"/>
                  </a:cubicBezTo>
                  <a:lnTo>
                    <a:pt x="119" y="877"/>
                  </a:lnTo>
                  <a:cubicBezTo>
                    <a:pt x="127" y="877"/>
                    <a:pt x="134" y="870"/>
                    <a:pt x="134" y="862"/>
                  </a:cubicBezTo>
                  <a:cubicBezTo>
                    <a:pt x="134" y="854"/>
                    <a:pt x="127" y="847"/>
                    <a:pt x="119" y="847"/>
                  </a:cubicBezTo>
                  <a:lnTo>
                    <a:pt x="30" y="847"/>
                  </a:lnTo>
                  <a:lnTo>
                    <a:pt x="30" y="812"/>
                  </a:lnTo>
                  <a:lnTo>
                    <a:pt x="48" y="812"/>
                  </a:lnTo>
                  <a:lnTo>
                    <a:pt x="48" y="812"/>
                  </a:lnTo>
                  <a:lnTo>
                    <a:pt x="962" y="812"/>
                  </a:lnTo>
                  <a:lnTo>
                    <a:pt x="962" y="812"/>
                  </a:lnTo>
                  <a:lnTo>
                    <a:pt x="980" y="812"/>
                  </a:lnTo>
                  <a:lnTo>
                    <a:pt x="980" y="847"/>
                  </a:lnTo>
                  <a:lnTo>
                    <a:pt x="505" y="847"/>
                  </a:lnTo>
                  <a:lnTo>
                    <a:pt x="505" y="847"/>
                  </a:lnTo>
                  <a:lnTo>
                    <a:pt x="505" y="847"/>
                  </a:lnTo>
                  <a:lnTo>
                    <a:pt x="178" y="847"/>
                  </a:lnTo>
                  <a:cubicBezTo>
                    <a:pt x="170" y="847"/>
                    <a:pt x="164" y="854"/>
                    <a:pt x="164" y="862"/>
                  </a:cubicBezTo>
                  <a:cubicBezTo>
                    <a:pt x="164" y="870"/>
                    <a:pt x="170" y="877"/>
                    <a:pt x="178" y="877"/>
                  </a:cubicBezTo>
                  <a:lnTo>
                    <a:pt x="490" y="877"/>
                  </a:lnTo>
                  <a:lnTo>
                    <a:pt x="490" y="915"/>
                  </a:lnTo>
                  <a:cubicBezTo>
                    <a:pt x="471" y="921"/>
                    <a:pt x="457" y="939"/>
                    <a:pt x="457" y="960"/>
                  </a:cubicBezTo>
                  <a:cubicBezTo>
                    <a:pt x="457" y="986"/>
                    <a:pt x="479" y="1007"/>
                    <a:pt x="505" y="1007"/>
                  </a:cubicBezTo>
                  <a:cubicBezTo>
                    <a:pt x="531" y="1007"/>
                    <a:pt x="552" y="986"/>
                    <a:pt x="552" y="960"/>
                  </a:cubicBezTo>
                  <a:cubicBezTo>
                    <a:pt x="552" y="939"/>
                    <a:pt x="539" y="921"/>
                    <a:pt x="520" y="915"/>
                  </a:cubicBezTo>
                  <a:lnTo>
                    <a:pt x="520" y="877"/>
                  </a:lnTo>
                  <a:lnTo>
                    <a:pt x="995" y="877"/>
                  </a:lnTo>
                  <a:cubicBezTo>
                    <a:pt x="1003" y="877"/>
                    <a:pt x="1009" y="870"/>
                    <a:pt x="1009" y="862"/>
                  </a:cubicBezTo>
                  <a:lnTo>
                    <a:pt x="1009" y="797"/>
                  </a:lnTo>
                  <a:cubicBezTo>
                    <a:pt x="1009" y="789"/>
                    <a:pt x="1003" y="782"/>
                    <a:pt x="995" y="782"/>
                  </a:cubicBezTo>
                  <a:lnTo>
                    <a:pt x="977" y="782"/>
                  </a:lnTo>
                  <a:lnTo>
                    <a:pt x="977" y="731"/>
                  </a:lnTo>
                  <a:cubicBezTo>
                    <a:pt x="977" y="723"/>
                    <a:pt x="970" y="717"/>
                    <a:pt x="962" y="717"/>
                  </a:cubicBezTo>
                  <a:lnTo>
                    <a:pt x="944" y="717"/>
                  </a:lnTo>
                  <a:lnTo>
                    <a:pt x="944" y="225"/>
                  </a:lnTo>
                  <a:lnTo>
                    <a:pt x="962" y="225"/>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79" name="Google Shape;1579;p53"/>
            <p:cNvSpPr/>
            <p:nvPr/>
          </p:nvSpPr>
          <p:spPr>
            <a:xfrm>
              <a:off x="1885680" y="3540600"/>
              <a:ext cx="116280" cy="116640"/>
            </a:xfrm>
            <a:custGeom>
              <a:rect b="b" l="l" r="r" t="t"/>
              <a:pathLst>
                <a:path extrusionOk="0" h="324" w="323">
                  <a:moveTo>
                    <a:pt x="146" y="31"/>
                  </a:moveTo>
                  <a:lnTo>
                    <a:pt x="146" y="162"/>
                  </a:lnTo>
                  <a:cubicBezTo>
                    <a:pt x="146" y="168"/>
                    <a:pt x="150" y="173"/>
                    <a:pt x="156" y="176"/>
                  </a:cubicBezTo>
                  <a:cubicBezTo>
                    <a:pt x="157" y="176"/>
                    <a:pt x="159" y="177"/>
                    <a:pt x="161" y="177"/>
                  </a:cubicBezTo>
                  <a:cubicBezTo>
                    <a:pt x="165" y="177"/>
                    <a:pt x="169" y="175"/>
                    <a:pt x="172" y="172"/>
                  </a:cubicBezTo>
                  <a:lnTo>
                    <a:pt x="265" y="80"/>
                  </a:lnTo>
                  <a:cubicBezTo>
                    <a:pt x="283" y="102"/>
                    <a:pt x="293" y="131"/>
                    <a:pt x="293" y="162"/>
                  </a:cubicBezTo>
                  <a:cubicBezTo>
                    <a:pt x="293" y="235"/>
                    <a:pt x="234" y="294"/>
                    <a:pt x="161" y="294"/>
                  </a:cubicBezTo>
                  <a:cubicBezTo>
                    <a:pt x="88" y="294"/>
                    <a:pt x="29" y="235"/>
                    <a:pt x="29" y="162"/>
                  </a:cubicBezTo>
                  <a:cubicBezTo>
                    <a:pt x="29" y="94"/>
                    <a:pt x="81" y="38"/>
                    <a:pt x="146" y="31"/>
                  </a:cubicBezTo>
                  <a:moveTo>
                    <a:pt x="176" y="31"/>
                  </a:moveTo>
                  <a:cubicBezTo>
                    <a:pt x="201" y="34"/>
                    <a:pt x="225" y="44"/>
                    <a:pt x="244" y="59"/>
                  </a:cubicBezTo>
                  <a:lnTo>
                    <a:pt x="176" y="126"/>
                  </a:lnTo>
                  <a:lnTo>
                    <a:pt x="176" y="31"/>
                  </a:lnTo>
                  <a:moveTo>
                    <a:pt x="161" y="324"/>
                  </a:moveTo>
                  <a:cubicBezTo>
                    <a:pt x="250" y="324"/>
                    <a:pt x="323" y="251"/>
                    <a:pt x="323" y="162"/>
                  </a:cubicBezTo>
                  <a:cubicBezTo>
                    <a:pt x="323" y="118"/>
                    <a:pt x="305" y="78"/>
                    <a:pt x="277" y="49"/>
                  </a:cubicBezTo>
                  <a:cubicBezTo>
                    <a:pt x="276" y="48"/>
                    <a:pt x="276" y="48"/>
                    <a:pt x="276" y="48"/>
                  </a:cubicBezTo>
                  <a:cubicBezTo>
                    <a:pt x="275" y="47"/>
                    <a:pt x="275" y="47"/>
                    <a:pt x="274" y="47"/>
                  </a:cubicBezTo>
                  <a:cubicBezTo>
                    <a:pt x="245" y="18"/>
                    <a:pt x="205" y="0"/>
                    <a:pt x="161" y="0"/>
                  </a:cubicBezTo>
                  <a:cubicBezTo>
                    <a:pt x="72" y="0"/>
                    <a:pt x="0" y="73"/>
                    <a:pt x="0" y="162"/>
                  </a:cubicBezTo>
                  <a:cubicBezTo>
                    <a:pt x="0" y="251"/>
                    <a:pt x="72" y="324"/>
                    <a:pt x="161" y="324"/>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80" name="Google Shape;1580;p53"/>
            <p:cNvSpPr/>
            <p:nvPr/>
          </p:nvSpPr>
          <p:spPr>
            <a:xfrm>
              <a:off x="2026440" y="3540600"/>
              <a:ext cx="34200" cy="10800"/>
            </a:xfrm>
            <a:custGeom>
              <a:rect b="b" l="l" r="r" t="t"/>
              <a:pathLst>
                <a:path extrusionOk="0" h="30" w="95">
                  <a:moveTo>
                    <a:pt x="15" y="30"/>
                  </a:moveTo>
                  <a:lnTo>
                    <a:pt x="80" y="30"/>
                  </a:lnTo>
                  <a:cubicBezTo>
                    <a:pt x="89" y="30"/>
                    <a:pt x="95" y="23"/>
                    <a:pt x="95" y="15"/>
                  </a:cubicBezTo>
                  <a:cubicBezTo>
                    <a:pt x="95" y="7"/>
                    <a:pt x="89" y="0"/>
                    <a:pt x="80" y="0"/>
                  </a:cubicBezTo>
                  <a:lnTo>
                    <a:pt x="15" y="0"/>
                  </a:lnTo>
                  <a:cubicBezTo>
                    <a:pt x="7" y="0"/>
                    <a:pt x="0" y="7"/>
                    <a:pt x="0" y="15"/>
                  </a:cubicBezTo>
                  <a:cubicBezTo>
                    <a:pt x="0" y="23"/>
                    <a:pt x="7" y="30"/>
                    <a:pt x="15" y="3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81" name="Google Shape;1581;p53"/>
            <p:cNvSpPr/>
            <p:nvPr/>
          </p:nvSpPr>
          <p:spPr>
            <a:xfrm>
              <a:off x="2026440" y="3564360"/>
              <a:ext cx="81360" cy="10440"/>
            </a:xfrm>
            <a:custGeom>
              <a:rect b="b" l="l" r="r" t="t"/>
              <a:pathLst>
                <a:path extrusionOk="0" h="29" w="226">
                  <a:moveTo>
                    <a:pt x="15" y="29"/>
                  </a:moveTo>
                  <a:lnTo>
                    <a:pt x="211" y="29"/>
                  </a:lnTo>
                  <a:cubicBezTo>
                    <a:pt x="219" y="29"/>
                    <a:pt x="226" y="23"/>
                    <a:pt x="226" y="14"/>
                  </a:cubicBezTo>
                  <a:cubicBezTo>
                    <a:pt x="226" y="6"/>
                    <a:pt x="219" y="0"/>
                    <a:pt x="211" y="0"/>
                  </a:cubicBezTo>
                  <a:lnTo>
                    <a:pt x="15" y="0"/>
                  </a:lnTo>
                  <a:cubicBezTo>
                    <a:pt x="7" y="0"/>
                    <a:pt x="0" y="6"/>
                    <a:pt x="0" y="14"/>
                  </a:cubicBezTo>
                  <a:cubicBezTo>
                    <a:pt x="0" y="23"/>
                    <a:pt x="7" y="29"/>
                    <a:pt x="15" y="29"/>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82" name="Google Shape;1582;p53"/>
            <p:cNvSpPr/>
            <p:nvPr/>
          </p:nvSpPr>
          <p:spPr>
            <a:xfrm>
              <a:off x="2026440" y="3587760"/>
              <a:ext cx="81360" cy="10440"/>
            </a:xfrm>
            <a:custGeom>
              <a:rect b="b" l="l" r="r" t="t"/>
              <a:pathLst>
                <a:path extrusionOk="0" h="29" w="226">
                  <a:moveTo>
                    <a:pt x="15" y="29"/>
                  </a:moveTo>
                  <a:lnTo>
                    <a:pt x="211" y="29"/>
                  </a:lnTo>
                  <a:cubicBezTo>
                    <a:pt x="219" y="29"/>
                    <a:pt x="226" y="23"/>
                    <a:pt x="226" y="15"/>
                  </a:cubicBezTo>
                  <a:cubicBezTo>
                    <a:pt x="226" y="7"/>
                    <a:pt x="219" y="0"/>
                    <a:pt x="211" y="0"/>
                  </a:cubicBezTo>
                  <a:lnTo>
                    <a:pt x="15" y="0"/>
                  </a:lnTo>
                  <a:cubicBezTo>
                    <a:pt x="7" y="0"/>
                    <a:pt x="0" y="7"/>
                    <a:pt x="0" y="15"/>
                  </a:cubicBezTo>
                  <a:cubicBezTo>
                    <a:pt x="0" y="23"/>
                    <a:pt x="7" y="29"/>
                    <a:pt x="15" y="29"/>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83" name="Google Shape;1583;p53"/>
            <p:cNvSpPr/>
            <p:nvPr/>
          </p:nvSpPr>
          <p:spPr>
            <a:xfrm>
              <a:off x="2026440" y="3611160"/>
              <a:ext cx="57600" cy="10800"/>
            </a:xfrm>
            <a:custGeom>
              <a:rect b="b" l="l" r="r" t="t"/>
              <a:pathLst>
                <a:path extrusionOk="0" h="30" w="160">
                  <a:moveTo>
                    <a:pt x="15" y="30"/>
                  </a:moveTo>
                  <a:lnTo>
                    <a:pt x="146" y="30"/>
                  </a:lnTo>
                  <a:cubicBezTo>
                    <a:pt x="154" y="30"/>
                    <a:pt x="160" y="23"/>
                    <a:pt x="160" y="15"/>
                  </a:cubicBezTo>
                  <a:cubicBezTo>
                    <a:pt x="160" y="7"/>
                    <a:pt x="154" y="0"/>
                    <a:pt x="146" y="0"/>
                  </a:cubicBezTo>
                  <a:lnTo>
                    <a:pt x="15" y="0"/>
                  </a:lnTo>
                  <a:cubicBezTo>
                    <a:pt x="7" y="0"/>
                    <a:pt x="0" y="7"/>
                    <a:pt x="0" y="15"/>
                  </a:cubicBezTo>
                  <a:cubicBezTo>
                    <a:pt x="0" y="23"/>
                    <a:pt x="7" y="30"/>
                    <a:pt x="15" y="3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84" name="Google Shape;1584;p53"/>
            <p:cNvSpPr/>
            <p:nvPr/>
          </p:nvSpPr>
          <p:spPr>
            <a:xfrm>
              <a:off x="2097000" y="3634560"/>
              <a:ext cx="34200" cy="34200"/>
            </a:xfrm>
            <a:custGeom>
              <a:rect b="b" l="l" r="r" t="t"/>
              <a:pathLst>
                <a:path extrusionOk="0" h="95" w="95">
                  <a:moveTo>
                    <a:pt x="30" y="30"/>
                  </a:moveTo>
                  <a:lnTo>
                    <a:pt x="65" y="30"/>
                  </a:lnTo>
                  <a:lnTo>
                    <a:pt x="65" y="66"/>
                  </a:lnTo>
                  <a:lnTo>
                    <a:pt x="30" y="66"/>
                  </a:lnTo>
                  <a:lnTo>
                    <a:pt x="30" y="30"/>
                  </a:lnTo>
                  <a:moveTo>
                    <a:pt x="0" y="15"/>
                  </a:moveTo>
                  <a:lnTo>
                    <a:pt x="0" y="81"/>
                  </a:lnTo>
                  <a:cubicBezTo>
                    <a:pt x="0" y="89"/>
                    <a:pt x="7" y="95"/>
                    <a:pt x="15" y="95"/>
                  </a:cubicBezTo>
                  <a:lnTo>
                    <a:pt x="80" y="95"/>
                  </a:lnTo>
                  <a:cubicBezTo>
                    <a:pt x="88" y="95"/>
                    <a:pt x="95" y="89"/>
                    <a:pt x="95" y="81"/>
                  </a:cubicBezTo>
                  <a:lnTo>
                    <a:pt x="95" y="15"/>
                  </a:lnTo>
                  <a:cubicBezTo>
                    <a:pt x="95" y="7"/>
                    <a:pt x="88" y="0"/>
                    <a:pt x="80" y="0"/>
                  </a:cubicBezTo>
                  <a:lnTo>
                    <a:pt x="15" y="0"/>
                  </a:lnTo>
                  <a:cubicBezTo>
                    <a:pt x="7" y="0"/>
                    <a:pt x="0" y="7"/>
                    <a:pt x="0" y="15"/>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585" name="Google Shape;1585;p53"/>
          <p:cNvGrpSpPr/>
          <p:nvPr/>
        </p:nvGrpSpPr>
        <p:grpSpPr>
          <a:xfrm>
            <a:off x="1227536" y="2829491"/>
            <a:ext cx="548621" cy="548621"/>
            <a:chOff x="7828560" y="2638800"/>
            <a:chExt cx="379800" cy="379800"/>
          </a:xfrm>
        </p:grpSpPr>
        <p:sp>
          <p:nvSpPr>
            <p:cNvPr id="1586" name="Google Shape;1586;p53"/>
            <p:cNvSpPr/>
            <p:nvPr/>
          </p:nvSpPr>
          <p:spPr>
            <a:xfrm>
              <a:off x="7858800" y="2705760"/>
              <a:ext cx="319680" cy="221400"/>
            </a:xfrm>
            <a:custGeom>
              <a:rect b="b" l="l" r="r" t="t"/>
              <a:pathLst>
                <a:path extrusionOk="0" h="615" w="888">
                  <a:moveTo>
                    <a:pt x="0" y="0"/>
                  </a:moveTo>
                  <a:lnTo>
                    <a:pt x="888" y="0"/>
                  </a:lnTo>
                  <a:lnTo>
                    <a:pt x="888" y="615"/>
                  </a:lnTo>
                  <a:lnTo>
                    <a:pt x="0" y="615"/>
                  </a:lnTo>
                  <a:lnTo>
                    <a:pt x="0" y="0"/>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7" name="Google Shape;1587;p53"/>
            <p:cNvSpPr/>
            <p:nvPr/>
          </p:nvSpPr>
          <p:spPr>
            <a:xfrm>
              <a:off x="8163000" y="2705760"/>
              <a:ext cx="15480" cy="221400"/>
            </a:xfrm>
            <a:custGeom>
              <a:rect b="b" l="l" r="r" t="t"/>
              <a:pathLst>
                <a:path extrusionOk="0" h="615" w="43">
                  <a:moveTo>
                    <a:pt x="0" y="0"/>
                  </a:moveTo>
                  <a:lnTo>
                    <a:pt x="43" y="0"/>
                  </a:lnTo>
                  <a:lnTo>
                    <a:pt x="43" y="615"/>
                  </a:lnTo>
                  <a:lnTo>
                    <a:pt x="0" y="615"/>
                  </a:lnTo>
                  <a:lnTo>
                    <a:pt x="0" y="0"/>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8" name="Google Shape;1588;p53"/>
            <p:cNvSpPr/>
            <p:nvPr/>
          </p:nvSpPr>
          <p:spPr>
            <a:xfrm>
              <a:off x="7846560" y="2689560"/>
              <a:ext cx="344160" cy="28440"/>
            </a:xfrm>
            <a:custGeom>
              <a:rect b="b" l="l" r="r" t="t"/>
              <a:pathLst>
                <a:path extrusionOk="0" h="79" w="956">
                  <a:moveTo>
                    <a:pt x="943" y="79"/>
                  </a:moveTo>
                  <a:lnTo>
                    <a:pt x="12" y="79"/>
                  </a:lnTo>
                  <a:cubicBezTo>
                    <a:pt x="5" y="79"/>
                    <a:pt x="0" y="74"/>
                    <a:pt x="0" y="67"/>
                  </a:cubicBezTo>
                  <a:lnTo>
                    <a:pt x="0" y="12"/>
                  </a:lnTo>
                  <a:cubicBezTo>
                    <a:pt x="0" y="5"/>
                    <a:pt x="5" y="0"/>
                    <a:pt x="12" y="0"/>
                  </a:cubicBezTo>
                  <a:lnTo>
                    <a:pt x="943" y="0"/>
                  </a:lnTo>
                  <a:cubicBezTo>
                    <a:pt x="950" y="0"/>
                    <a:pt x="956" y="5"/>
                    <a:pt x="956" y="12"/>
                  </a:cubicBezTo>
                  <a:lnTo>
                    <a:pt x="956" y="67"/>
                  </a:lnTo>
                  <a:cubicBezTo>
                    <a:pt x="956" y="74"/>
                    <a:pt x="950" y="79"/>
                    <a:pt x="943" y="79"/>
                  </a:cubicBezTo>
                  <a:close/>
                </a:path>
              </a:pathLst>
            </a:custGeom>
            <a:solidFill>
              <a:srgbClr val="E9B00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9" name="Google Shape;1589;p53"/>
            <p:cNvSpPr/>
            <p:nvPr/>
          </p:nvSpPr>
          <p:spPr>
            <a:xfrm>
              <a:off x="7846560" y="2914560"/>
              <a:ext cx="344160" cy="29160"/>
            </a:xfrm>
            <a:custGeom>
              <a:rect b="b" l="l" r="r" t="t"/>
              <a:pathLst>
                <a:path extrusionOk="0" h="81" w="956">
                  <a:moveTo>
                    <a:pt x="943" y="81"/>
                  </a:moveTo>
                  <a:lnTo>
                    <a:pt x="12" y="81"/>
                  </a:lnTo>
                  <a:cubicBezTo>
                    <a:pt x="5" y="81"/>
                    <a:pt x="0" y="75"/>
                    <a:pt x="0" y="69"/>
                  </a:cubicBezTo>
                  <a:lnTo>
                    <a:pt x="0" y="13"/>
                  </a:lnTo>
                  <a:cubicBezTo>
                    <a:pt x="0" y="6"/>
                    <a:pt x="5" y="0"/>
                    <a:pt x="12" y="0"/>
                  </a:cubicBezTo>
                  <a:lnTo>
                    <a:pt x="943" y="0"/>
                  </a:lnTo>
                  <a:cubicBezTo>
                    <a:pt x="950" y="0"/>
                    <a:pt x="956" y="6"/>
                    <a:pt x="956" y="13"/>
                  </a:cubicBezTo>
                  <a:lnTo>
                    <a:pt x="956" y="69"/>
                  </a:lnTo>
                  <a:cubicBezTo>
                    <a:pt x="956" y="75"/>
                    <a:pt x="950" y="81"/>
                    <a:pt x="943" y="81"/>
                  </a:cubicBezTo>
                  <a:close/>
                </a:path>
              </a:pathLst>
            </a:custGeom>
            <a:solidFill>
              <a:srgbClr val="E9B00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0" name="Google Shape;1590;p53"/>
            <p:cNvSpPr/>
            <p:nvPr/>
          </p:nvSpPr>
          <p:spPr>
            <a:xfrm>
              <a:off x="7834320" y="2669040"/>
              <a:ext cx="368640" cy="24480"/>
            </a:xfrm>
            <a:custGeom>
              <a:rect b="b" l="l" r="r" t="t"/>
              <a:pathLst>
                <a:path extrusionOk="0" h="68" w="1024">
                  <a:moveTo>
                    <a:pt x="1012" y="68"/>
                  </a:moveTo>
                  <a:lnTo>
                    <a:pt x="12" y="68"/>
                  </a:lnTo>
                  <a:cubicBezTo>
                    <a:pt x="5" y="68"/>
                    <a:pt x="0" y="62"/>
                    <a:pt x="0" y="56"/>
                  </a:cubicBezTo>
                  <a:lnTo>
                    <a:pt x="0" y="12"/>
                  </a:lnTo>
                  <a:cubicBezTo>
                    <a:pt x="0" y="5"/>
                    <a:pt x="5" y="0"/>
                    <a:pt x="12" y="0"/>
                  </a:cubicBezTo>
                  <a:lnTo>
                    <a:pt x="1012" y="0"/>
                  </a:lnTo>
                  <a:cubicBezTo>
                    <a:pt x="1018" y="0"/>
                    <a:pt x="1024" y="5"/>
                    <a:pt x="1024" y="12"/>
                  </a:cubicBezTo>
                  <a:lnTo>
                    <a:pt x="1024" y="56"/>
                  </a:lnTo>
                  <a:cubicBezTo>
                    <a:pt x="1024" y="62"/>
                    <a:pt x="1018" y="68"/>
                    <a:pt x="1012" y="68"/>
                  </a:cubicBezTo>
                  <a:close/>
                </a:path>
              </a:pathLst>
            </a:custGeom>
            <a:solidFill>
              <a:srgbClr val="008F9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1" name="Google Shape;1591;p53"/>
            <p:cNvSpPr/>
            <p:nvPr/>
          </p:nvSpPr>
          <p:spPr>
            <a:xfrm>
              <a:off x="7834320" y="2939400"/>
              <a:ext cx="368640" cy="24480"/>
            </a:xfrm>
            <a:custGeom>
              <a:rect b="b" l="l" r="r" t="t"/>
              <a:pathLst>
                <a:path extrusionOk="0" h="68" w="1024">
                  <a:moveTo>
                    <a:pt x="1012" y="68"/>
                  </a:moveTo>
                  <a:lnTo>
                    <a:pt x="12" y="68"/>
                  </a:lnTo>
                  <a:cubicBezTo>
                    <a:pt x="5" y="68"/>
                    <a:pt x="0" y="63"/>
                    <a:pt x="0" y="56"/>
                  </a:cubicBezTo>
                  <a:lnTo>
                    <a:pt x="0" y="12"/>
                  </a:lnTo>
                  <a:cubicBezTo>
                    <a:pt x="0" y="5"/>
                    <a:pt x="5" y="0"/>
                    <a:pt x="12" y="0"/>
                  </a:cubicBezTo>
                  <a:lnTo>
                    <a:pt x="1012" y="0"/>
                  </a:lnTo>
                  <a:cubicBezTo>
                    <a:pt x="1018" y="0"/>
                    <a:pt x="1024" y="5"/>
                    <a:pt x="1024" y="12"/>
                  </a:cubicBezTo>
                  <a:lnTo>
                    <a:pt x="1024" y="56"/>
                  </a:lnTo>
                  <a:cubicBezTo>
                    <a:pt x="1024" y="63"/>
                    <a:pt x="1018" y="68"/>
                    <a:pt x="1012" y="68"/>
                  </a:cubicBezTo>
                  <a:close/>
                </a:path>
              </a:pathLst>
            </a:custGeom>
            <a:solidFill>
              <a:srgbClr val="008F9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2" name="Google Shape;1592;p53"/>
            <p:cNvSpPr/>
            <p:nvPr/>
          </p:nvSpPr>
          <p:spPr>
            <a:xfrm>
              <a:off x="7917120" y="2742480"/>
              <a:ext cx="146520" cy="147600"/>
            </a:xfrm>
            <a:custGeom>
              <a:rect b="b" l="l" r="r" t="t"/>
              <a:pathLst>
                <a:path extrusionOk="0" h="410" w="407">
                  <a:moveTo>
                    <a:pt x="407" y="239"/>
                  </a:moveTo>
                  <a:cubicBezTo>
                    <a:pt x="391" y="336"/>
                    <a:pt x="306" y="410"/>
                    <a:pt x="205" y="410"/>
                  </a:cubicBezTo>
                  <a:cubicBezTo>
                    <a:pt x="92" y="410"/>
                    <a:pt x="0" y="318"/>
                    <a:pt x="0" y="205"/>
                  </a:cubicBezTo>
                  <a:cubicBezTo>
                    <a:pt x="0" y="92"/>
                    <a:pt x="92" y="0"/>
                    <a:pt x="205" y="0"/>
                  </a:cubicBezTo>
                  <a:cubicBezTo>
                    <a:pt x="306" y="0"/>
                    <a:pt x="391" y="74"/>
                    <a:pt x="407" y="171"/>
                  </a:cubicBezTo>
                  <a:lnTo>
                    <a:pt x="407" y="239"/>
                  </a:lnTo>
                  <a:close/>
                </a:path>
              </a:pathLst>
            </a:custGeom>
            <a:solidFill>
              <a:srgbClr val="E24E4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3" name="Google Shape;1593;p53"/>
            <p:cNvSpPr/>
            <p:nvPr/>
          </p:nvSpPr>
          <p:spPr>
            <a:xfrm>
              <a:off x="7941600" y="2767320"/>
              <a:ext cx="96840" cy="98280"/>
            </a:xfrm>
            <a:custGeom>
              <a:rect b="b" l="l" r="r" t="t"/>
              <a:pathLst>
                <a:path extrusionOk="0" h="273" w="269">
                  <a:moveTo>
                    <a:pt x="269" y="170"/>
                  </a:moveTo>
                  <a:cubicBezTo>
                    <a:pt x="254" y="229"/>
                    <a:pt x="201" y="273"/>
                    <a:pt x="137" y="273"/>
                  </a:cubicBezTo>
                  <a:cubicBezTo>
                    <a:pt x="62" y="273"/>
                    <a:pt x="0" y="212"/>
                    <a:pt x="0" y="136"/>
                  </a:cubicBezTo>
                  <a:cubicBezTo>
                    <a:pt x="0" y="61"/>
                    <a:pt x="62" y="0"/>
                    <a:pt x="137" y="0"/>
                  </a:cubicBezTo>
                  <a:cubicBezTo>
                    <a:pt x="201" y="0"/>
                    <a:pt x="254" y="43"/>
                    <a:pt x="269" y="102"/>
                  </a:cubicBezTo>
                  <a:lnTo>
                    <a:pt x="269" y="170"/>
                  </a:ln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4" name="Google Shape;1594;p53"/>
            <p:cNvSpPr/>
            <p:nvPr/>
          </p:nvSpPr>
          <p:spPr>
            <a:xfrm>
              <a:off x="7966440" y="2791800"/>
              <a:ext cx="48960" cy="49320"/>
            </a:xfrm>
            <a:custGeom>
              <a:rect b="b" l="l" r="r" t="t"/>
              <a:pathLst>
                <a:path extrusionOk="0" h="137" w="136">
                  <a:moveTo>
                    <a:pt x="136" y="68"/>
                  </a:moveTo>
                  <a:cubicBezTo>
                    <a:pt x="136" y="106"/>
                    <a:pt x="106" y="137"/>
                    <a:pt x="68" y="137"/>
                  </a:cubicBezTo>
                  <a:cubicBezTo>
                    <a:pt x="30" y="137"/>
                    <a:pt x="0" y="106"/>
                    <a:pt x="0" y="68"/>
                  </a:cubicBezTo>
                  <a:cubicBezTo>
                    <a:pt x="0" y="31"/>
                    <a:pt x="30" y="0"/>
                    <a:pt x="68" y="0"/>
                  </a:cubicBezTo>
                  <a:cubicBezTo>
                    <a:pt x="106" y="0"/>
                    <a:pt x="136" y="31"/>
                    <a:pt x="136" y="68"/>
                  </a:cubicBezTo>
                  <a:close/>
                </a:path>
              </a:pathLst>
            </a:custGeom>
            <a:solidFill>
              <a:srgbClr val="E24E42"/>
            </a:solidFill>
            <a:ln>
              <a:noFill/>
            </a:ln>
          </p:spPr>
          <p:txBody>
            <a:bodyPr anchorCtr="1" anchor="ctr" bIns="4300" lIns="90000" spcFirstLastPara="1" rIns="90000" wrap="square" tIns="43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5" name="Google Shape;1595;p53"/>
            <p:cNvSpPr/>
            <p:nvPr/>
          </p:nvSpPr>
          <p:spPr>
            <a:xfrm>
              <a:off x="8076960" y="2779560"/>
              <a:ext cx="42120" cy="73800"/>
            </a:xfrm>
            <a:custGeom>
              <a:rect b="b" l="l" r="r" t="t"/>
              <a:pathLst>
                <a:path extrusionOk="0" h="205" w="117">
                  <a:moveTo>
                    <a:pt x="0" y="136"/>
                  </a:moveTo>
                  <a:lnTo>
                    <a:pt x="15" y="195"/>
                  </a:lnTo>
                  <a:cubicBezTo>
                    <a:pt x="16" y="201"/>
                    <a:pt x="21" y="205"/>
                    <a:pt x="27" y="205"/>
                  </a:cubicBezTo>
                  <a:lnTo>
                    <a:pt x="104" y="205"/>
                  </a:lnTo>
                  <a:cubicBezTo>
                    <a:pt x="112" y="205"/>
                    <a:pt x="118" y="197"/>
                    <a:pt x="116" y="189"/>
                  </a:cubicBezTo>
                  <a:lnTo>
                    <a:pt x="105" y="146"/>
                  </a:lnTo>
                  <a:cubicBezTo>
                    <a:pt x="103" y="140"/>
                    <a:pt x="98" y="136"/>
                    <a:pt x="93" y="136"/>
                  </a:cubicBezTo>
                  <a:lnTo>
                    <a:pt x="90" y="136"/>
                  </a:lnTo>
                  <a:lnTo>
                    <a:pt x="90" y="68"/>
                  </a:lnTo>
                  <a:lnTo>
                    <a:pt x="93" y="68"/>
                  </a:lnTo>
                  <a:cubicBezTo>
                    <a:pt x="98" y="68"/>
                    <a:pt x="103" y="64"/>
                    <a:pt x="105" y="59"/>
                  </a:cubicBezTo>
                  <a:lnTo>
                    <a:pt x="116" y="15"/>
                  </a:lnTo>
                  <a:cubicBezTo>
                    <a:pt x="118" y="7"/>
                    <a:pt x="112" y="0"/>
                    <a:pt x="104" y="0"/>
                  </a:cubicBezTo>
                  <a:lnTo>
                    <a:pt x="27" y="0"/>
                  </a:lnTo>
                  <a:cubicBezTo>
                    <a:pt x="21" y="0"/>
                    <a:pt x="16" y="4"/>
                    <a:pt x="15" y="9"/>
                  </a:cubicBezTo>
                  <a:lnTo>
                    <a:pt x="0" y="68"/>
                  </a:lnTo>
                  <a:lnTo>
                    <a:pt x="0" y="136"/>
                  </a:lnTo>
                  <a:close/>
                </a:path>
              </a:pathLst>
            </a:custGeom>
            <a:solidFill>
              <a:srgbClr val="E24E42"/>
            </a:solidFill>
            <a:ln>
              <a:noFill/>
            </a:ln>
          </p:spPr>
          <p:txBody>
            <a:bodyPr anchorCtr="1" anchor="ctr" bIns="28800" lIns="90000" spcFirstLastPara="1" rIns="90000" wrap="square" tIns="28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6" name="Google Shape;1596;p53"/>
            <p:cNvSpPr/>
            <p:nvPr/>
          </p:nvSpPr>
          <p:spPr>
            <a:xfrm>
              <a:off x="8027640" y="2804040"/>
              <a:ext cx="86040" cy="24480"/>
            </a:xfrm>
            <a:custGeom>
              <a:rect b="b" l="l" r="r" t="t"/>
              <a:pathLst>
                <a:path extrusionOk="0" h="68" w="239">
                  <a:moveTo>
                    <a:pt x="227" y="0"/>
                  </a:moveTo>
                  <a:lnTo>
                    <a:pt x="13" y="0"/>
                  </a:lnTo>
                  <a:cubicBezTo>
                    <a:pt x="6" y="0"/>
                    <a:pt x="0" y="6"/>
                    <a:pt x="0" y="13"/>
                  </a:cubicBezTo>
                  <a:lnTo>
                    <a:pt x="0" y="56"/>
                  </a:lnTo>
                  <a:cubicBezTo>
                    <a:pt x="0" y="63"/>
                    <a:pt x="6" y="68"/>
                    <a:pt x="13" y="68"/>
                  </a:cubicBezTo>
                  <a:lnTo>
                    <a:pt x="227" y="68"/>
                  </a:lnTo>
                  <a:cubicBezTo>
                    <a:pt x="234" y="68"/>
                    <a:pt x="239" y="63"/>
                    <a:pt x="239" y="56"/>
                  </a:cubicBezTo>
                  <a:lnTo>
                    <a:pt x="239" y="13"/>
                  </a:lnTo>
                  <a:cubicBezTo>
                    <a:pt x="239" y="6"/>
                    <a:pt x="234" y="0"/>
                    <a:pt x="227" y="0"/>
                  </a:cubicBezTo>
                  <a:close/>
                </a:path>
              </a:pathLst>
            </a:custGeom>
            <a:solidFill>
              <a:srgbClr val="E9B00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7" name="Google Shape;1597;p53"/>
            <p:cNvSpPr/>
            <p:nvPr/>
          </p:nvSpPr>
          <p:spPr>
            <a:xfrm>
              <a:off x="7828560" y="2638800"/>
              <a:ext cx="379800" cy="379800"/>
            </a:xfrm>
            <a:custGeom>
              <a:rect b="b" l="l" r="r" t="t"/>
              <a:pathLst>
                <a:path extrusionOk="0" h="1055" w="1055">
                  <a:moveTo>
                    <a:pt x="956" y="751"/>
                  </a:moveTo>
                  <a:lnTo>
                    <a:pt x="99" y="751"/>
                  </a:lnTo>
                  <a:lnTo>
                    <a:pt x="99" y="236"/>
                  </a:lnTo>
                  <a:lnTo>
                    <a:pt x="956" y="236"/>
                  </a:lnTo>
                  <a:lnTo>
                    <a:pt x="956" y="751"/>
                  </a:lnTo>
                  <a:moveTo>
                    <a:pt x="990" y="819"/>
                  </a:moveTo>
                  <a:lnTo>
                    <a:pt x="65" y="819"/>
                  </a:lnTo>
                  <a:lnTo>
                    <a:pt x="65" y="782"/>
                  </a:lnTo>
                  <a:lnTo>
                    <a:pt x="990" y="782"/>
                  </a:lnTo>
                  <a:lnTo>
                    <a:pt x="990" y="819"/>
                  </a:lnTo>
                  <a:moveTo>
                    <a:pt x="65" y="167"/>
                  </a:moveTo>
                  <a:lnTo>
                    <a:pt x="990" y="167"/>
                  </a:lnTo>
                  <a:lnTo>
                    <a:pt x="990" y="205"/>
                  </a:lnTo>
                  <a:lnTo>
                    <a:pt x="972" y="205"/>
                  </a:lnTo>
                  <a:lnTo>
                    <a:pt x="972" y="205"/>
                  </a:lnTo>
                  <a:lnTo>
                    <a:pt x="84" y="205"/>
                  </a:lnTo>
                  <a:lnTo>
                    <a:pt x="84" y="205"/>
                  </a:lnTo>
                  <a:lnTo>
                    <a:pt x="65" y="205"/>
                  </a:lnTo>
                  <a:lnTo>
                    <a:pt x="65" y="167"/>
                  </a:lnTo>
                  <a:moveTo>
                    <a:pt x="528" y="1024"/>
                  </a:moveTo>
                  <a:cubicBezTo>
                    <a:pt x="517" y="1024"/>
                    <a:pt x="509" y="1016"/>
                    <a:pt x="509" y="1005"/>
                  </a:cubicBezTo>
                  <a:cubicBezTo>
                    <a:pt x="509" y="995"/>
                    <a:pt x="517" y="987"/>
                    <a:pt x="528" y="987"/>
                  </a:cubicBezTo>
                  <a:cubicBezTo>
                    <a:pt x="538" y="987"/>
                    <a:pt x="546" y="995"/>
                    <a:pt x="546" y="1005"/>
                  </a:cubicBezTo>
                  <a:cubicBezTo>
                    <a:pt x="546" y="1016"/>
                    <a:pt x="538" y="1024"/>
                    <a:pt x="528" y="1024"/>
                  </a:cubicBezTo>
                  <a:moveTo>
                    <a:pt x="31" y="99"/>
                  </a:moveTo>
                  <a:lnTo>
                    <a:pt x="1024" y="99"/>
                  </a:lnTo>
                  <a:lnTo>
                    <a:pt x="1024" y="136"/>
                  </a:lnTo>
                  <a:lnTo>
                    <a:pt x="31" y="136"/>
                  </a:lnTo>
                  <a:lnTo>
                    <a:pt x="31" y="99"/>
                  </a:lnTo>
                  <a:moveTo>
                    <a:pt x="509" y="49"/>
                  </a:moveTo>
                  <a:cubicBezTo>
                    <a:pt x="509" y="39"/>
                    <a:pt x="517" y="31"/>
                    <a:pt x="528" y="31"/>
                  </a:cubicBezTo>
                  <a:cubicBezTo>
                    <a:pt x="538" y="31"/>
                    <a:pt x="546" y="39"/>
                    <a:pt x="546" y="49"/>
                  </a:cubicBezTo>
                  <a:lnTo>
                    <a:pt x="546" y="68"/>
                  </a:lnTo>
                  <a:lnTo>
                    <a:pt x="509" y="68"/>
                  </a:lnTo>
                  <a:lnTo>
                    <a:pt x="509" y="49"/>
                  </a:lnTo>
                  <a:moveTo>
                    <a:pt x="1006" y="236"/>
                  </a:moveTo>
                  <a:cubicBezTo>
                    <a:pt x="1014" y="236"/>
                    <a:pt x="1021" y="229"/>
                    <a:pt x="1021" y="220"/>
                  </a:cubicBezTo>
                  <a:lnTo>
                    <a:pt x="1021" y="167"/>
                  </a:lnTo>
                  <a:lnTo>
                    <a:pt x="1040" y="167"/>
                  </a:lnTo>
                  <a:cubicBezTo>
                    <a:pt x="1048" y="167"/>
                    <a:pt x="1055" y="160"/>
                    <a:pt x="1055" y="152"/>
                  </a:cubicBezTo>
                  <a:lnTo>
                    <a:pt x="1055" y="84"/>
                  </a:lnTo>
                  <a:cubicBezTo>
                    <a:pt x="1055" y="75"/>
                    <a:pt x="1048" y="68"/>
                    <a:pt x="1040" y="68"/>
                  </a:cubicBezTo>
                  <a:lnTo>
                    <a:pt x="577" y="68"/>
                  </a:lnTo>
                  <a:lnTo>
                    <a:pt x="577" y="49"/>
                  </a:lnTo>
                  <a:cubicBezTo>
                    <a:pt x="577" y="22"/>
                    <a:pt x="555" y="0"/>
                    <a:pt x="528" y="0"/>
                  </a:cubicBezTo>
                  <a:cubicBezTo>
                    <a:pt x="500" y="0"/>
                    <a:pt x="478" y="22"/>
                    <a:pt x="478" y="49"/>
                  </a:cubicBezTo>
                  <a:lnTo>
                    <a:pt x="478" y="68"/>
                  </a:lnTo>
                  <a:lnTo>
                    <a:pt x="16" y="68"/>
                  </a:lnTo>
                  <a:cubicBezTo>
                    <a:pt x="7" y="68"/>
                    <a:pt x="0" y="75"/>
                    <a:pt x="0" y="84"/>
                  </a:cubicBezTo>
                  <a:lnTo>
                    <a:pt x="0" y="152"/>
                  </a:lnTo>
                  <a:cubicBezTo>
                    <a:pt x="0" y="160"/>
                    <a:pt x="7" y="167"/>
                    <a:pt x="16" y="167"/>
                  </a:cubicBezTo>
                  <a:lnTo>
                    <a:pt x="34" y="167"/>
                  </a:lnTo>
                  <a:lnTo>
                    <a:pt x="34" y="220"/>
                  </a:lnTo>
                  <a:cubicBezTo>
                    <a:pt x="34" y="229"/>
                    <a:pt x="41" y="236"/>
                    <a:pt x="50" y="236"/>
                  </a:cubicBezTo>
                  <a:lnTo>
                    <a:pt x="68" y="236"/>
                  </a:lnTo>
                  <a:lnTo>
                    <a:pt x="68" y="751"/>
                  </a:lnTo>
                  <a:lnTo>
                    <a:pt x="50" y="751"/>
                  </a:lnTo>
                  <a:cubicBezTo>
                    <a:pt x="41" y="751"/>
                    <a:pt x="34" y="758"/>
                    <a:pt x="34" y="766"/>
                  </a:cubicBezTo>
                  <a:lnTo>
                    <a:pt x="34" y="819"/>
                  </a:lnTo>
                  <a:lnTo>
                    <a:pt x="16" y="819"/>
                  </a:lnTo>
                  <a:cubicBezTo>
                    <a:pt x="7" y="819"/>
                    <a:pt x="0" y="826"/>
                    <a:pt x="0" y="835"/>
                  </a:cubicBezTo>
                  <a:lnTo>
                    <a:pt x="0" y="903"/>
                  </a:lnTo>
                  <a:cubicBezTo>
                    <a:pt x="0" y="912"/>
                    <a:pt x="7" y="919"/>
                    <a:pt x="16" y="919"/>
                  </a:cubicBezTo>
                  <a:lnTo>
                    <a:pt x="124" y="919"/>
                  </a:lnTo>
                  <a:cubicBezTo>
                    <a:pt x="133" y="919"/>
                    <a:pt x="140" y="912"/>
                    <a:pt x="140" y="903"/>
                  </a:cubicBezTo>
                  <a:cubicBezTo>
                    <a:pt x="140" y="894"/>
                    <a:pt x="133" y="888"/>
                    <a:pt x="124" y="888"/>
                  </a:cubicBezTo>
                  <a:lnTo>
                    <a:pt x="31" y="888"/>
                  </a:lnTo>
                  <a:lnTo>
                    <a:pt x="31" y="850"/>
                  </a:lnTo>
                  <a:lnTo>
                    <a:pt x="50" y="850"/>
                  </a:lnTo>
                  <a:lnTo>
                    <a:pt x="50" y="850"/>
                  </a:lnTo>
                  <a:lnTo>
                    <a:pt x="1006" y="850"/>
                  </a:lnTo>
                  <a:lnTo>
                    <a:pt x="1006" y="850"/>
                  </a:lnTo>
                  <a:lnTo>
                    <a:pt x="1024" y="850"/>
                  </a:lnTo>
                  <a:lnTo>
                    <a:pt x="1024" y="888"/>
                  </a:lnTo>
                  <a:lnTo>
                    <a:pt x="528" y="888"/>
                  </a:lnTo>
                  <a:lnTo>
                    <a:pt x="528" y="888"/>
                  </a:lnTo>
                  <a:lnTo>
                    <a:pt x="528" y="888"/>
                  </a:lnTo>
                  <a:lnTo>
                    <a:pt x="186" y="888"/>
                  </a:lnTo>
                  <a:cubicBezTo>
                    <a:pt x="178" y="888"/>
                    <a:pt x="171" y="894"/>
                    <a:pt x="171" y="903"/>
                  </a:cubicBezTo>
                  <a:cubicBezTo>
                    <a:pt x="171" y="912"/>
                    <a:pt x="178" y="919"/>
                    <a:pt x="186" y="919"/>
                  </a:cubicBezTo>
                  <a:lnTo>
                    <a:pt x="512" y="919"/>
                  </a:lnTo>
                  <a:lnTo>
                    <a:pt x="512" y="958"/>
                  </a:lnTo>
                  <a:cubicBezTo>
                    <a:pt x="493" y="965"/>
                    <a:pt x="478" y="984"/>
                    <a:pt x="478" y="1005"/>
                  </a:cubicBezTo>
                  <a:cubicBezTo>
                    <a:pt x="478" y="1033"/>
                    <a:pt x="500" y="1055"/>
                    <a:pt x="528" y="1055"/>
                  </a:cubicBezTo>
                  <a:cubicBezTo>
                    <a:pt x="555" y="1055"/>
                    <a:pt x="577" y="1033"/>
                    <a:pt x="577" y="1005"/>
                  </a:cubicBezTo>
                  <a:cubicBezTo>
                    <a:pt x="577" y="984"/>
                    <a:pt x="563" y="965"/>
                    <a:pt x="543" y="958"/>
                  </a:cubicBezTo>
                  <a:lnTo>
                    <a:pt x="543" y="919"/>
                  </a:lnTo>
                  <a:lnTo>
                    <a:pt x="1040" y="919"/>
                  </a:lnTo>
                  <a:cubicBezTo>
                    <a:pt x="1048" y="919"/>
                    <a:pt x="1055" y="912"/>
                    <a:pt x="1055" y="903"/>
                  </a:cubicBezTo>
                  <a:lnTo>
                    <a:pt x="1055" y="835"/>
                  </a:lnTo>
                  <a:cubicBezTo>
                    <a:pt x="1055" y="826"/>
                    <a:pt x="1048" y="819"/>
                    <a:pt x="1040" y="819"/>
                  </a:cubicBezTo>
                  <a:lnTo>
                    <a:pt x="1021" y="819"/>
                  </a:lnTo>
                  <a:lnTo>
                    <a:pt x="1021" y="766"/>
                  </a:lnTo>
                  <a:cubicBezTo>
                    <a:pt x="1021" y="758"/>
                    <a:pt x="1014" y="751"/>
                    <a:pt x="1006" y="751"/>
                  </a:cubicBezTo>
                  <a:lnTo>
                    <a:pt x="987" y="751"/>
                  </a:lnTo>
                  <a:lnTo>
                    <a:pt x="987" y="236"/>
                  </a:lnTo>
                  <a:lnTo>
                    <a:pt x="1006" y="236"/>
                  </a:ln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598" name="Google Shape;1598;p53"/>
            <p:cNvSpPr/>
            <p:nvPr/>
          </p:nvSpPr>
          <p:spPr>
            <a:xfrm>
              <a:off x="7911720" y="2737080"/>
              <a:ext cx="213840" cy="158760"/>
            </a:xfrm>
            <a:custGeom>
              <a:rect b="b" l="l" r="r" t="t"/>
              <a:pathLst>
                <a:path extrusionOk="0" h="441" w="594">
                  <a:moveTo>
                    <a:pt x="220" y="31"/>
                  </a:moveTo>
                  <a:cubicBezTo>
                    <a:pt x="307" y="31"/>
                    <a:pt x="381" y="89"/>
                    <a:pt x="403" y="171"/>
                  </a:cubicBezTo>
                  <a:lnTo>
                    <a:pt x="364" y="171"/>
                  </a:lnTo>
                  <a:cubicBezTo>
                    <a:pt x="343" y="110"/>
                    <a:pt x="285" y="68"/>
                    <a:pt x="220" y="68"/>
                  </a:cubicBezTo>
                  <a:cubicBezTo>
                    <a:pt x="136" y="68"/>
                    <a:pt x="68" y="137"/>
                    <a:pt x="68" y="220"/>
                  </a:cubicBezTo>
                  <a:cubicBezTo>
                    <a:pt x="68" y="304"/>
                    <a:pt x="136" y="372"/>
                    <a:pt x="220" y="372"/>
                  </a:cubicBezTo>
                  <a:cubicBezTo>
                    <a:pt x="285" y="372"/>
                    <a:pt x="343" y="331"/>
                    <a:pt x="364" y="270"/>
                  </a:cubicBezTo>
                  <a:lnTo>
                    <a:pt x="403" y="270"/>
                  </a:lnTo>
                  <a:cubicBezTo>
                    <a:pt x="381" y="352"/>
                    <a:pt x="307" y="410"/>
                    <a:pt x="220" y="410"/>
                  </a:cubicBezTo>
                  <a:cubicBezTo>
                    <a:pt x="116" y="410"/>
                    <a:pt x="31" y="325"/>
                    <a:pt x="31" y="220"/>
                  </a:cubicBezTo>
                  <a:cubicBezTo>
                    <a:pt x="31" y="116"/>
                    <a:pt x="116" y="31"/>
                    <a:pt x="220" y="31"/>
                  </a:cubicBezTo>
                  <a:moveTo>
                    <a:pt x="488" y="133"/>
                  </a:moveTo>
                  <a:lnTo>
                    <a:pt x="559" y="133"/>
                  </a:lnTo>
                  <a:lnTo>
                    <a:pt x="549" y="171"/>
                  </a:lnTo>
                  <a:lnTo>
                    <a:pt x="479" y="171"/>
                  </a:lnTo>
                  <a:lnTo>
                    <a:pt x="488" y="133"/>
                  </a:lnTo>
                  <a:moveTo>
                    <a:pt x="488" y="307"/>
                  </a:moveTo>
                  <a:lnTo>
                    <a:pt x="479" y="270"/>
                  </a:lnTo>
                  <a:lnTo>
                    <a:pt x="549" y="270"/>
                  </a:lnTo>
                  <a:lnTo>
                    <a:pt x="559" y="307"/>
                  </a:lnTo>
                  <a:lnTo>
                    <a:pt x="488" y="307"/>
                  </a:lnTo>
                  <a:moveTo>
                    <a:pt x="338" y="239"/>
                  </a:moveTo>
                  <a:lnTo>
                    <a:pt x="338" y="202"/>
                  </a:lnTo>
                  <a:lnTo>
                    <a:pt x="459" y="202"/>
                  </a:lnTo>
                  <a:lnTo>
                    <a:pt x="459" y="202"/>
                  </a:lnTo>
                  <a:lnTo>
                    <a:pt x="546" y="202"/>
                  </a:lnTo>
                  <a:lnTo>
                    <a:pt x="546" y="239"/>
                  </a:lnTo>
                  <a:lnTo>
                    <a:pt x="338" y="239"/>
                  </a:lnTo>
                  <a:moveTo>
                    <a:pt x="220" y="236"/>
                  </a:moveTo>
                  <a:lnTo>
                    <a:pt x="270" y="236"/>
                  </a:lnTo>
                  <a:cubicBezTo>
                    <a:pt x="264" y="257"/>
                    <a:pt x="244" y="273"/>
                    <a:pt x="220" y="273"/>
                  </a:cubicBezTo>
                  <a:cubicBezTo>
                    <a:pt x="191" y="273"/>
                    <a:pt x="167" y="249"/>
                    <a:pt x="167" y="220"/>
                  </a:cubicBezTo>
                  <a:cubicBezTo>
                    <a:pt x="167" y="191"/>
                    <a:pt x="191" y="167"/>
                    <a:pt x="220" y="167"/>
                  </a:cubicBezTo>
                  <a:cubicBezTo>
                    <a:pt x="244" y="167"/>
                    <a:pt x="264" y="183"/>
                    <a:pt x="270" y="205"/>
                  </a:cubicBezTo>
                  <a:lnTo>
                    <a:pt x="220" y="205"/>
                  </a:lnTo>
                  <a:cubicBezTo>
                    <a:pt x="211" y="205"/>
                    <a:pt x="204" y="212"/>
                    <a:pt x="204" y="220"/>
                  </a:cubicBezTo>
                  <a:cubicBezTo>
                    <a:pt x="204" y="229"/>
                    <a:pt x="211" y="236"/>
                    <a:pt x="220" y="236"/>
                  </a:cubicBezTo>
                  <a:moveTo>
                    <a:pt x="322" y="171"/>
                  </a:moveTo>
                  <a:cubicBezTo>
                    <a:pt x="314" y="171"/>
                    <a:pt x="307" y="178"/>
                    <a:pt x="307" y="186"/>
                  </a:cubicBezTo>
                  <a:lnTo>
                    <a:pt x="307" y="205"/>
                  </a:lnTo>
                  <a:lnTo>
                    <a:pt x="302" y="205"/>
                  </a:lnTo>
                  <a:cubicBezTo>
                    <a:pt x="295" y="166"/>
                    <a:pt x="261" y="137"/>
                    <a:pt x="220" y="137"/>
                  </a:cubicBezTo>
                  <a:cubicBezTo>
                    <a:pt x="174" y="137"/>
                    <a:pt x="136" y="174"/>
                    <a:pt x="136" y="220"/>
                  </a:cubicBezTo>
                  <a:cubicBezTo>
                    <a:pt x="136" y="267"/>
                    <a:pt x="174" y="304"/>
                    <a:pt x="220" y="304"/>
                  </a:cubicBezTo>
                  <a:cubicBezTo>
                    <a:pt x="261" y="304"/>
                    <a:pt x="295" y="275"/>
                    <a:pt x="302" y="236"/>
                  </a:cubicBezTo>
                  <a:lnTo>
                    <a:pt x="307" y="236"/>
                  </a:lnTo>
                  <a:lnTo>
                    <a:pt x="307" y="254"/>
                  </a:lnTo>
                  <a:cubicBezTo>
                    <a:pt x="307" y="263"/>
                    <a:pt x="314" y="270"/>
                    <a:pt x="322" y="270"/>
                  </a:cubicBezTo>
                  <a:lnTo>
                    <a:pt x="331" y="270"/>
                  </a:lnTo>
                  <a:cubicBezTo>
                    <a:pt x="311" y="313"/>
                    <a:pt x="268" y="341"/>
                    <a:pt x="220" y="341"/>
                  </a:cubicBezTo>
                  <a:cubicBezTo>
                    <a:pt x="153" y="341"/>
                    <a:pt x="99" y="287"/>
                    <a:pt x="99" y="220"/>
                  </a:cubicBezTo>
                  <a:cubicBezTo>
                    <a:pt x="99" y="154"/>
                    <a:pt x="153" y="99"/>
                    <a:pt x="220" y="99"/>
                  </a:cubicBezTo>
                  <a:cubicBezTo>
                    <a:pt x="268" y="99"/>
                    <a:pt x="311" y="128"/>
                    <a:pt x="331" y="171"/>
                  </a:cubicBezTo>
                  <a:lnTo>
                    <a:pt x="322" y="171"/>
                  </a:lnTo>
                  <a:moveTo>
                    <a:pt x="220" y="441"/>
                  </a:moveTo>
                  <a:cubicBezTo>
                    <a:pt x="272" y="441"/>
                    <a:pt x="323" y="422"/>
                    <a:pt x="363" y="388"/>
                  </a:cubicBezTo>
                  <a:cubicBezTo>
                    <a:pt x="399" y="357"/>
                    <a:pt x="424" y="316"/>
                    <a:pt x="435" y="270"/>
                  </a:cubicBezTo>
                  <a:lnTo>
                    <a:pt x="447" y="270"/>
                  </a:lnTo>
                  <a:lnTo>
                    <a:pt x="461" y="327"/>
                  </a:lnTo>
                  <a:cubicBezTo>
                    <a:pt x="463" y="333"/>
                    <a:pt x="469" y="338"/>
                    <a:pt x="476" y="338"/>
                  </a:cubicBezTo>
                  <a:lnTo>
                    <a:pt x="578" y="338"/>
                  </a:lnTo>
                  <a:cubicBezTo>
                    <a:pt x="583" y="338"/>
                    <a:pt x="588" y="336"/>
                    <a:pt x="591" y="332"/>
                  </a:cubicBezTo>
                  <a:cubicBezTo>
                    <a:pt x="594" y="329"/>
                    <a:pt x="595" y="324"/>
                    <a:pt x="593" y="319"/>
                  </a:cubicBezTo>
                  <a:lnTo>
                    <a:pt x="577" y="253"/>
                  </a:lnTo>
                  <a:lnTo>
                    <a:pt x="577" y="188"/>
                  </a:lnTo>
                  <a:lnTo>
                    <a:pt x="593" y="122"/>
                  </a:lnTo>
                  <a:cubicBezTo>
                    <a:pt x="595" y="117"/>
                    <a:pt x="594" y="112"/>
                    <a:pt x="591" y="108"/>
                  </a:cubicBezTo>
                  <a:cubicBezTo>
                    <a:pt x="588" y="105"/>
                    <a:pt x="583" y="102"/>
                    <a:pt x="578" y="102"/>
                  </a:cubicBezTo>
                  <a:lnTo>
                    <a:pt x="476" y="102"/>
                  </a:lnTo>
                  <a:cubicBezTo>
                    <a:pt x="469" y="102"/>
                    <a:pt x="463" y="107"/>
                    <a:pt x="461" y="114"/>
                  </a:cubicBezTo>
                  <a:lnTo>
                    <a:pt x="447" y="171"/>
                  </a:lnTo>
                  <a:lnTo>
                    <a:pt x="435" y="171"/>
                  </a:lnTo>
                  <a:cubicBezTo>
                    <a:pt x="424" y="125"/>
                    <a:pt x="399" y="83"/>
                    <a:pt x="363" y="53"/>
                  </a:cubicBezTo>
                  <a:cubicBezTo>
                    <a:pt x="323" y="19"/>
                    <a:pt x="272" y="0"/>
                    <a:pt x="220" y="0"/>
                  </a:cubicBezTo>
                  <a:cubicBezTo>
                    <a:pt x="98" y="0"/>
                    <a:pt x="0" y="99"/>
                    <a:pt x="0" y="220"/>
                  </a:cubicBezTo>
                  <a:cubicBezTo>
                    <a:pt x="0" y="342"/>
                    <a:pt x="98" y="441"/>
                    <a:pt x="220" y="441"/>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599" name="Google Shape;1599;p53"/>
          <p:cNvSpPr txBox="1"/>
          <p:nvPr>
            <p:ph idx="4294967295" type="subTitle"/>
          </p:nvPr>
        </p:nvSpPr>
        <p:spPr>
          <a:xfrm>
            <a:off x="1900862" y="2862169"/>
            <a:ext cx="2025600" cy="52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Days One"/>
                <a:ea typeface="Days One"/>
                <a:cs typeface="Days One"/>
                <a:sym typeface="Days One"/>
              </a:rPr>
              <a:t>Practice</a:t>
            </a:r>
            <a:endParaRPr b="1" sz="2100">
              <a:latin typeface="Days One"/>
              <a:ea typeface="Days One"/>
              <a:cs typeface="Days One"/>
              <a:sym typeface="Days One"/>
            </a:endParaRPr>
          </a:p>
        </p:txBody>
      </p:sp>
      <p:sp>
        <p:nvSpPr>
          <p:cNvPr id="1600" name="Google Shape;1600;p53"/>
          <p:cNvSpPr txBox="1"/>
          <p:nvPr>
            <p:ph idx="4294967295" type="subTitle"/>
          </p:nvPr>
        </p:nvSpPr>
        <p:spPr>
          <a:xfrm>
            <a:off x="1900862" y="3894125"/>
            <a:ext cx="2025600" cy="52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Days One"/>
                <a:ea typeface="Days One"/>
                <a:cs typeface="Days One"/>
                <a:sym typeface="Days One"/>
              </a:rPr>
              <a:t>Policy</a:t>
            </a:r>
            <a:endParaRPr b="1" sz="2100">
              <a:latin typeface="Days One"/>
              <a:ea typeface="Days One"/>
              <a:cs typeface="Days One"/>
              <a:sym typeface="Days One"/>
            </a:endParaRPr>
          </a:p>
        </p:txBody>
      </p:sp>
      <p:sp>
        <p:nvSpPr>
          <p:cNvPr id="1601" name="Google Shape;1601;p53"/>
          <p:cNvSpPr/>
          <p:nvPr/>
        </p:nvSpPr>
        <p:spPr>
          <a:xfrm>
            <a:off x="3926450" y="1733625"/>
            <a:ext cx="3727500" cy="724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Results align with similar studies</a:t>
            </a:r>
            <a:endParaRPr b="1" sz="1600">
              <a:solidFill>
                <a:schemeClr val="dk1"/>
              </a:solidFill>
              <a:latin typeface="Lato"/>
              <a:ea typeface="Lato"/>
              <a:cs typeface="Lato"/>
              <a:sym typeface="Lato"/>
            </a:endParaRPr>
          </a:p>
          <a:p>
            <a:pPr indent="-330200" lvl="0" marL="457200" rtl="0" algn="l">
              <a:lnSpc>
                <a:spcPct val="115000"/>
              </a:lnSpc>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Refer to Comparisons</a:t>
            </a:r>
            <a:endParaRPr b="1" sz="1600">
              <a:latin typeface="Lato"/>
              <a:ea typeface="Lato"/>
              <a:cs typeface="Lato"/>
              <a:sym typeface="Lato"/>
            </a:endParaRPr>
          </a:p>
        </p:txBody>
      </p:sp>
      <p:sp>
        <p:nvSpPr>
          <p:cNvPr id="1602" name="Google Shape;1602;p53"/>
          <p:cNvSpPr/>
          <p:nvPr/>
        </p:nvSpPr>
        <p:spPr>
          <a:xfrm>
            <a:off x="3926448" y="2801075"/>
            <a:ext cx="3727500" cy="724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S</a:t>
            </a:r>
            <a:r>
              <a:rPr b="1" lang="en" sz="1600">
                <a:solidFill>
                  <a:schemeClr val="dk1"/>
                </a:solidFill>
                <a:latin typeface="Lato"/>
                <a:ea typeface="Lato"/>
                <a:cs typeface="Lato"/>
                <a:sym typeface="Lato"/>
              </a:rPr>
              <a:t>chool Wi-Fi initiatives  </a:t>
            </a:r>
            <a:endParaRPr b="1" sz="1600">
              <a:solidFill>
                <a:schemeClr val="dk1"/>
              </a:solidFill>
              <a:latin typeface="Lato"/>
              <a:ea typeface="Lato"/>
              <a:cs typeface="Lato"/>
              <a:sym typeface="Lato"/>
            </a:endParaRPr>
          </a:p>
          <a:p>
            <a:pPr indent="-330200" lvl="0" marL="457200" rtl="0" algn="l">
              <a:lnSpc>
                <a:spcPct val="115000"/>
              </a:lnSpc>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Academic Advising</a:t>
            </a:r>
            <a:endParaRPr b="1" sz="1600">
              <a:latin typeface="Lato"/>
              <a:ea typeface="Lato"/>
              <a:cs typeface="Lato"/>
              <a:sym typeface="Lato"/>
            </a:endParaRPr>
          </a:p>
        </p:txBody>
      </p:sp>
      <p:sp>
        <p:nvSpPr>
          <p:cNvPr id="1603" name="Google Shape;1603;p53"/>
          <p:cNvSpPr/>
          <p:nvPr/>
        </p:nvSpPr>
        <p:spPr>
          <a:xfrm>
            <a:off x="3926451" y="3883925"/>
            <a:ext cx="3727500" cy="724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Social Outing Policies</a:t>
            </a:r>
            <a:endParaRPr b="1" sz="1600">
              <a:latin typeface="Lato"/>
              <a:ea typeface="Lato"/>
              <a:cs typeface="Lato"/>
              <a:sym typeface="Lato"/>
            </a:endParaRPr>
          </a:p>
        </p:txBody>
      </p:sp>
      <p:sp>
        <p:nvSpPr>
          <p:cNvPr id="1604" name="Google Shape;1604;p53"/>
          <p:cNvSpPr/>
          <p:nvPr/>
        </p:nvSpPr>
        <p:spPr>
          <a:xfrm>
            <a:off x="8308596" y="1441025"/>
            <a:ext cx="731396" cy="724280"/>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54"/>
          <p:cNvSpPr txBox="1"/>
          <p:nvPr>
            <p:ph type="title"/>
          </p:nvPr>
        </p:nvSpPr>
        <p:spPr>
          <a:xfrm>
            <a:off x="896750" y="712750"/>
            <a:ext cx="7351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Limitations</a:t>
            </a:r>
            <a:endParaRPr/>
          </a:p>
        </p:txBody>
      </p:sp>
      <p:sp>
        <p:nvSpPr>
          <p:cNvPr id="1610" name="Google Shape;1610;p54"/>
          <p:cNvSpPr txBox="1"/>
          <p:nvPr>
            <p:ph idx="3" type="subTitle"/>
          </p:nvPr>
        </p:nvSpPr>
        <p:spPr>
          <a:xfrm>
            <a:off x="4849700" y="1645950"/>
            <a:ext cx="3581100" cy="771600"/>
          </a:xfrm>
          <a:prstGeom prst="rect">
            <a:avLst/>
          </a:prstGeom>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500"/>
              <a:t>Very few continuous predictors, categorical predictors were not highly correlated to output variable</a:t>
            </a:r>
            <a:endParaRPr sz="1500"/>
          </a:p>
        </p:txBody>
      </p:sp>
      <p:sp>
        <p:nvSpPr>
          <p:cNvPr id="1611" name="Google Shape;1611;p54"/>
          <p:cNvSpPr txBox="1"/>
          <p:nvPr>
            <p:ph idx="3" type="subTitle"/>
          </p:nvPr>
        </p:nvSpPr>
        <p:spPr>
          <a:xfrm>
            <a:off x="4869150" y="2588975"/>
            <a:ext cx="3581100" cy="861900"/>
          </a:xfrm>
          <a:prstGeom prst="rect">
            <a:avLst/>
          </a:prstGeom>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500"/>
              <a:t>G1, G2, G3 were not explicitly defined. C</a:t>
            </a:r>
            <a:r>
              <a:rPr lang="en" sz="1500"/>
              <a:t>umulative, general association</a:t>
            </a:r>
            <a:endParaRPr sz="1500"/>
          </a:p>
        </p:txBody>
      </p:sp>
      <p:sp>
        <p:nvSpPr>
          <p:cNvPr id="1612" name="Google Shape;1612;p54"/>
          <p:cNvSpPr txBox="1"/>
          <p:nvPr/>
        </p:nvSpPr>
        <p:spPr>
          <a:xfrm>
            <a:off x="773650" y="1816200"/>
            <a:ext cx="3083100" cy="431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Days One"/>
                <a:ea typeface="Days One"/>
                <a:cs typeface="Days One"/>
                <a:sym typeface="Days One"/>
              </a:rPr>
              <a:t>Overall Content</a:t>
            </a:r>
            <a:endParaRPr b="1" sz="1600">
              <a:solidFill>
                <a:schemeClr val="dk1"/>
              </a:solidFill>
              <a:latin typeface="Days One"/>
              <a:ea typeface="Days One"/>
              <a:cs typeface="Days One"/>
              <a:sym typeface="Days One"/>
            </a:endParaRPr>
          </a:p>
        </p:txBody>
      </p:sp>
      <p:sp>
        <p:nvSpPr>
          <p:cNvPr id="1613" name="Google Shape;1613;p54"/>
          <p:cNvSpPr txBox="1"/>
          <p:nvPr/>
        </p:nvSpPr>
        <p:spPr>
          <a:xfrm>
            <a:off x="773656" y="2689882"/>
            <a:ext cx="3083100" cy="677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Days One"/>
                <a:ea typeface="Days One"/>
                <a:cs typeface="Days One"/>
                <a:sym typeface="Days One"/>
              </a:rPr>
              <a:t>Lack of </a:t>
            </a:r>
            <a:r>
              <a:rPr b="1" lang="en" sz="1600">
                <a:solidFill>
                  <a:schemeClr val="dk1"/>
                </a:solidFill>
                <a:latin typeface="Days One"/>
                <a:ea typeface="Days One"/>
                <a:cs typeface="Days One"/>
                <a:sym typeface="Days One"/>
              </a:rPr>
              <a:t>background</a:t>
            </a:r>
            <a:r>
              <a:rPr b="1" lang="en" sz="1600">
                <a:solidFill>
                  <a:schemeClr val="dk1"/>
                </a:solidFill>
                <a:latin typeface="Days One"/>
                <a:ea typeface="Days One"/>
                <a:cs typeface="Days One"/>
                <a:sym typeface="Days One"/>
              </a:rPr>
              <a:t> information about dataset</a:t>
            </a:r>
            <a:endParaRPr b="1" sz="1600">
              <a:solidFill>
                <a:schemeClr val="dk1"/>
              </a:solidFill>
              <a:latin typeface="Days One"/>
              <a:ea typeface="Days One"/>
              <a:cs typeface="Days One"/>
              <a:sym typeface="Days One"/>
            </a:endParaRPr>
          </a:p>
        </p:txBody>
      </p:sp>
      <p:sp>
        <p:nvSpPr>
          <p:cNvPr id="1614" name="Google Shape;1614;p54"/>
          <p:cNvSpPr txBox="1"/>
          <p:nvPr/>
        </p:nvSpPr>
        <p:spPr>
          <a:xfrm>
            <a:off x="773656" y="3809539"/>
            <a:ext cx="3083100" cy="431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Days One"/>
                <a:ea typeface="Days One"/>
                <a:cs typeface="Days One"/>
                <a:sym typeface="Days One"/>
              </a:rPr>
              <a:t>Overlapping predictors</a:t>
            </a:r>
            <a:endParaRPr b="1" sz="1600">
              <a:solidFill>
                <a:schemeClr val="dk1"/>
              </a:solidFill>
              <a:latin typeface="Days One"/>
              <a:ea typeface="Days One"/>
              <a:cs typeface="Days One"/>
              <a:sym typeface="Days One"/>
            </a:endParaRPr>
          </a:p>
        </p:txBody>
      </p:sp>
      <p:sp>
        <p:nvSpPr>
          <p:cNvPr id="1615" name="Google Shape;1615;p54"/>
          <p:cNvSpPr txBox="1"/>
          <p:nvPr>
            <p:ph idx="3" type="subTitle"/>
          </p:nvPr>
        </p:nvSpPr>
        <p:spPr>
          <a:xfrm>
            <a:off x="4666850" y="3557575"/>
            <a:ext cx="3581100" cy="935100"/>
          </a:xfrm>
          <a:prstGeom prst="rect">
            <a:avLst/>
          </a:prstGeom>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600"/>
              <a:t>Guardian vs PTstatus</a:t>
            </a:r>
            <a:endParaRPr sz="1600"/>
          </a:p>
        </p:txBody>
      </p:sp>
      <p:sp>
        <p:nvSpPr>
          <p:cNvPr id="1616" name="Google Shape;1616;p54"/>
          <p:cNvSpPr/>
          <p:nvPr/>
        </p:nvSpPr>
        <p:spPr>
          <a:xfrm rot="5400000">
            <a:off x="4255397" y="1714297"/>
            <a:ext cx="329098" cy="634901"/>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7" name="Google Shape;1617;p54"/>
          <p:cNvSpPr/>
          <p:nvPr/>
        </p:nvSpPr>
        <p:spPr>
          <a:xfrm rot="5400000">
            <a:off x="4255397" y="2710985"/>
            <a:ext cx="329098" cy="634901"/>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8" name="Google Shape;1618;p54"/>
          <p:cNvSpPr/>
          <p:nvPr/>
        </p:nvSpPr>
        <p:spPr>
          <a:xfrm rot="5400000">
            <a:off x="4255397" y="3707672"/>
            <a:ext cx="329098" cy="634901"/>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55"/>
          <p:cNvSpPr/>
          <p:nvPr/>
        </p:nvSpPr>
        <p:spPr>
          <a:xfrm>
            <a:off x="3521749" y="2238201"/>
            <a:ext cx="744300" cy="74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55"/>
          <p:cNvSpPr/>
          <p:nvPr/>
        </p:nvSpPr>
        <p:spPr>
          <a:xfrm>
            <a:off x="4878659" y="3448866"/>
            <a:ext cx="744300" cy="74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55"/>
          <p:cNvSpPr/>
          <p:nvPr/>
        </p:nvSpPr>
        <p:spPr>
          <a:xfrm>
            <a:off x="3521749" y="3448866"/>
            <a:ext cx="744300" cy="74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55"/>
          <p:cNvSpPr/>
          <p:nvPr/>
        </p:nvSpPr>
        <p:spPr>
          <a:xfrm>
            <a:off x="4878659" y="2238201"/>
            <a:ext cx="744300" cy="74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55"/>
          <p:cNvSpPr txBox="1"/>
          <p:nvPr>
            <p:ph type="title"/>
          </p:nvPr>
        </p:nvSpPr>
        <p:spPr>
          <a:xfrm>
            <a:off x="896750" y="941350"/>
            <a:ext cx="7351200" cy="5727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Future Works</a:t>
            </a:r>
            <a:endParaRPr/>
          </a:p>
        </p:txBody>
      </p:sp>
      <p:cxnSp>
        <p:nvCxnSpPr>
          <p:cNvPr id="1628" name="Google Shape;1628;p55"/>
          <p:cNvCxnSpPr>
            <a:stCxn id="1623" idx="0"/>
            <a:endCxn id="1626" idx="1"/>
          </p:cNvCxnSpPr>
          <p:nvPr/>
        </p:nvCxnSpPr>
        <p:spPr>
          <a:xfrm flipH="1" rot="-5400000">
            <a:off x="4200199" y="1931901"/>
            <a:ext cx="372300" cy="984900"/>
          </a:xfrm>
          <a:prstGeom prst="bentConnector4">
            <a:avLst>
              <a:gd fmla="val -63961" name="adj1"/>
              <a:gd fmla="val 68886" name="adj2"/>
            </a:avLst>
          </a:prstGeom>
          <a:noFill/>
          <a:ln cap="flat" cmpd="sng" w="19050">
            <a:solidFill>
              <a:schemeClr val="dk1"/>
            </a:solidFill>
            <a:prstDash val="solid"/>
            <a:round/>
            <a:headEnd len="med" w="med" type="none"/>
            <a:tailEnd len="med" w="med" type="none"/>
          </a:ln>
        </p:spPr>
      </p:cxnSp>
      <p:sp>
        <p:nvSpPr>
          <p:cNvPr id="1629" name="Google Shape;1629;p55"/>
          <p:cNvSpPr txBox="1"/>
          <p:nvPr>
            <p:ph idx="4294967295" type="subTitle"/>
          </p:nvPr>
        </p:nvSpPr>
        <p:spPr>
          <a:xfrm>
            <a:off x="5267550" y="2498675"/>
            <a:ext cx="3443400" cy="7443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300">
                <a:solidFill>
                  <a:srgbClr val="000000"/>
                </a:solidFill>
                <a:latin typeface="Arial"/>
                <a:ea typeface="Arial"/>
                <a:cs typeface="Arial"/>
                <a:sym typeface="Arial"/>
              </a:rPr>
              <a:t>More relevant and nuanced predictors</a:t>
            </a:r>
            <a:endParaRPr sz="1300">
              <a:solidFill>
                <a:srgbClr val="000000"/>
              </a:solidFill>
              <a:latin typeface="Arial"/>
              <a:ea typeface="Arial"/>
              <a:cs typeface="Arial"/>
              <a:sym typeface="Arial"/>
            </a:endParaRPr>
          </a:p>
          <a:p>
            <a:pPr indent="-311150" lvl="1" marL="9144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Psychological</a:t>
            </a:r>
            <a:r>
              <a:rPr lang="en" sz="1300">
                <a:solidFill>
                  <a:srgbClr val="000000"/>
                </a:solidFill>
                <a:latin typeface="Arial"/>
                <a:ea typeface="Arial"/>
                <a:cs typeface="Arial"/>
                <a:sym typeface="Arial"/>
              </a:rPr>
              <a:t> and Behavioral</a:t>
            </a:r>
            <a:endParaRPr sz="1300">
              <a:solidFill>
                <a:srgbClr val="000000"/>
              </a:solidFill>
              <a:latin typeface="Arial"/>
              <a:ea typeface="Arial"/>
              <a:cs typeface="Arial"/>
              <a:sym typeface="Arial"/>
            </a:endParaRPr>
          </a:p>
          <a:p>
            <a:pPr indent="-311150" lvl="1" marL="9144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Sleep Patterns and Screen Time</a:t>
            </a:r>
            <a:endParaRPr sz="1300">
              <a:solidFill>
                <a:srgbClr val="000000"/>
              </a:solidFill>
              <a:latin typeface="Arial"/>
              <a:ea typeface="Arial"/>
              <a:cs typeface="Arial"/>
              <a:sym typeface="Arial"/>
            </a:endParaRPr>
          </a:p>
          <a:p>
            <a:pPr indent="-311150" lvl="1" marL="9144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Socioeconomic Details</a:t>
            </a:r>
            <a:endParaRPr sz="1300">
              <a:solidFill>
                <a:srgbClr val="000000"/>
              </a:solidFill>
              <a:latin typeface="Arial"/>
              <a:ea typeface="Arial"/>
              <a:cs typeface="Arial"/>
              <a:sym typeface="Arial"/>
            </a:endParaRPr>
          </a:p>
        </p:txBody>
      </p:sp>
      <p:sp>
        <p:nvSpPr>
          <p:cNvPr id="1630" name="Google Shape;1630;p55"/>
          <p:cNvSpPr txBox="1"/>
          <p:nvPr>
            <p:ph idx="4294967295" type="title"/>
          </p:nvPr>
        </p:nvSpPr>
        <p:spPr>
          <a:xfrm>
            <a:off x="6532063" y="2094827"/>
            <a:ext cx="1898700" cy="420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Include Additional Predictors</a:t>
            </a:r>
            <a:endParaRPr sz="1800"/>
          </a:p>
        </p:txBody>
      </p:sp>
      <p:sp>
        <p:nvSpPr>
          <p:cNvPr id="1631" name="Google Shape;1631;p55"/>
          <p:cNvSpPr txBox="1"/>
          <p:nvPr>
            <p:ph idx="4294967295" type="title"/>
          </p:nvPr>
        </p:nvSpPr>
        <p:spPr>
          <a:xfrm>
            <a:off x="593350" y="1985977"/>
            <a:ext cx="1898700" cy="4209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1800"/>
              <a:t>External Datasets</a:t>
            </a:r>
            <a:endParaRPr sz="1800"/>
          </a:p>
        </p:txBody>
      </p:sp>
      <p:sp>
        <p:nvSpPr>
          <p:cNvPr id="1632" name="Google Shape;1632;p55"/>
          <p:cNvSpPr txBox="1"/>
          <p:nvPr>
            <p:ph idx="4294967295" type="subTitle"/>
          </p:nvPr>
        </p:nvSpPr>
        <p:spPr>
          <a:xfrm>
            <a:off x="2209250" y="1413275"/>
            <a:ext cx="47262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300">
                <a:solidFill>
                  <a:srgbClr val="000000"/>
                </a:solidFill>
              </a:rPr>
              <a:t>Avenues for future research to build upon your findings or address unresolved questions</a:t>
            </a:r>
            <a:endParaRPr sz="1300"/>
          </a:p>
        </p:txBody>
      </p:sp>
      <p:grpSp>
        <p:nvGrpSpPr>
          <p:cNvPr id="1633" name="Google Shape;1633;p55"/>
          <p:cNvGrpSpPr/>
          <p:nvPr/>
        </p:nvGrpSpPr>
        <p:grpSpPr>
          <a:xfrm>
            <a:off x="4932902" y="2336015"/>
            <a:ext cx="384044" cy="548652"/>
            <a:chOff x="1880280" y="1139760"/>
            <a:chExt cx="256320" cy="378720"/>
          </a:xfrm>
        </p:grpSpPr>
        <p:sp>
          <p:nvSpPr>
            <p:cNvPr id="1634" name="Google Shape;1634;p55"/>
            <p:cNvSpPr/>
            <p:nvPr/>
          </p:nvSpPr>
          <p:spPr>
            <a:xfrm>
              <a:off x="1885680" y="1169640"/>
              <a:ext cx="245160" cy="343440"/>
            </a:xfrm>
            <a:custGeom>
              <a:rect b="b" l="l" r="r" t="t"/>
              <a:pathLst>
                <a:path extrusionOk="0" h="954" w="681">
                  <a:moveTo>
                    <a:pt x="681" y="919"/>
                  </a:moveTo>
                  <a:cubicBezTo>
                    <a:pt x="681" y="938"/>
                    <a:pt x="666" y="954"/>
                    <a:pt x="647" y="954"/>
                  </a:cubicBezTo>
                  <a:lnTo>
                    <a:pt x="34" y="954"/>
                  </a:lnTo>
                  <a:cubicBezTo>
                    <a:pt x="16" y="954"/>
                    <a:pt x="0" y="938"/>
                    <a:pt x="0" y="919"/>
                  </a:cubicBezTo>
                  <a:lnTo>
                    <a:pt x="0" y="34"/>
                  </a:lnTo>
                  <a:cubicBezTo>
                    <a:pt x="0" y="15"/>
                    <a:pt x="16" y="0"/>
                    <a:pt x="34" y="0"/>
                  </a:cubicBezTo>
                  <a:lnTo>
                    <a:pt x="647" y="0"/>
                  </a:lnTo>
                  <a:cubicBezTo>
                    <a:pt x="666" y="0"/>
                    <a:pt x="681" y="15"/>
                    <a:pt x="681" y="34"/>
                  </a:cubicBezTo>
                  <a:lnTo>
                    <a:pt x="681" y="919"/>
                  </a:lnTo>
                  <a:close/>
                </a:path>
              </a:pathLst>
            </a:custGeom>
            <a:solidFill>
              <a:srgbClr val="E9B00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5" name="Google Shape;1635;p55"/>
            <p:cNvSpPr/>
            <p:nvPr/>
          </p:nvSpPr>
          <p:spPr>
            <a:xfrm>
              <a:off x="1910160" y="1188000"/>
              <a:ext cx="196200" cy="300240"/>
            </a:xfrm>
            <a:custGeom>
              <a:rect b="b" l="l" r="r" t="t"/>
              <a:pathLst>
                <a:path extrusionOk="0" h="834" w="545">
                  <a:moveTo>
                    <a:pt x="545" y="659"/>
                  </a:moveTo>
                  <a:lnTo>
                    <a:pt x="545" y="13"/>
                  </a:lnTo>
                  <a:cubicBezTo>
                    <a:pt x="545" y="6"/>
                    <a:pt x="540" y="0"/>
                    <a:pt x="533" y="0"/>
                  </a:cubicBezTo>
                  <a:lnTo>
                    <a:pt x="13" y="0"/>
                  </a:lnTo>
                  <a:cubicBezTo>
                    <a:pt x="6" y="0"/>
                    <a:pt x="0" y="6"/>
                    <a:pt x="0" y="13"/>
                  </a:cubicBezTo>
                  <a:lnTo>
                    <a:pt x="0" y="822"/>
                  </a:lnTo>
                  <a:cubicBezTo>
                    <a:pt x="0" y="829"/>
                    <a:pt x="6" y="834"/>
                    <a:pt x="13" y="834"/>
                  </a:cubicBezTo>
                  <a:lnTo>
                    <a:pt x="370" y="834"/>
                  </a:lnTo>
                  <a:cubicBezTo>
                    <a:pt x="373" y="834"/>
                    <a:pt x="376" y="833"/>
                    <a:pt x="379" y="831"/>
                  </a:cubicBezTo>
                  <a:lnTo>
                    <a:pt x="542" y="668"/>
                  </a:lnTo>
                  <a:cubicBezTo>
                    <a:pt x="544" y="665"/>
                    <a:pt x="545" y="662"/>
                    <a:pt x="545" y="659"/>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6" name="Google Shape;1636;p55"/>
            <p:cNvSpPr/>
            <p:nvPr/>
          </p:nvSpPr>
          <p:spPr>
            <a:xfrm>
              <a:off x="1953360" y="1230840"/>
              <a:ext cx="110160" cy="110520"/>
            </a:xfrm>
            <a:custGeom>
              <a:rect b="b" l="l" r="r" t="t"/>
              <a:pathLst>
                <a:path extrusionOk="0" h="307" w="306">
                  <a:moveTo>
                    <a:pt x="306" y="154"/>
                  </a:moveTo>
                  <a:cubicBezTo>
                    <a:pt x="306" y="238"/>
                    <a:pt x="237" y="307"/>
                    <a:pt x="153" y="307"/>
                  </a:cubicBezTo>
                  <a:cubicBezTo>
                    <a:pt x="68" y="307"/>
                    <a:pt x="0" y="238"/>
                    <a:pt x="0" y="154"/>
                  </a:cubicBezTo>
                  <a:cubicBezTo>
                    <a:pt x="0" y="69"/>
                    <a:pt x="68" y="0"/>
                    <a:pt x="153" y="0"/>
                  </a:cubicBezTo>
                  <a:cubicBezTo>
                    <a:pt x="237" y="0"/>
                    <a:pt x="306" y="69"/>
                    <a:pt x="306" y="154"/>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7" name="Google Shape;1637;p55"/>
            <p:cNvSpPr/>
            <p:nvPr/>
          </p:nvSpPr>
          <p:spPr>
            <a:xfrm>
              <a:off x="1971720" y="1169640"/>
              <a:ext cx="73440" cy="30600"/>
            </a:xfrm>
            <a:custGeom>
              <a:rect b="b" l="l" r="r" t="t"/>
              <a:pathLst>
                <a:path extrusionOk="0" h="85" w="204">
                  <a:moveTo>
                    <a:pt x="192" y="0"/>
                  </a:moveTo>
                  <a:lnTo>
                    <a:pt x="12" y="0"/>
                  </a:lnTo>
                  <a:cubicBezTo>
                    <a:pt x="5" y="0"/>
                    <a:pt x="0" y="6"/>
                    <a:pt x="0" y="13"/>
                  </a:cubicBezTo>
                  <a:lnTo>
                    <a:pt x="0" y="73"/>
                  </a:lnTo>
                  <a:cubicBezTo>
                    <a:pt x="0" y="80"/>
                    <a:pt x="5" y="85"/>
                    <a:pt x="12" y="85"/>
                  </a:cubicBezTo>
                  <a:lnTo>
                    <a:pt x="192" y="85"/>
                  </a:lnTo>
                  <a:cubicBezTo>
                    <a:pt x="198" y="85"/>
                    <a:pt x="204" y="80"/>
                    <a:pt x="204" y="73"/>
                  </a:cubicBezTo>
                  <a:lnTo>
                    <a:pt x="204" y="13"/>
                  </a:lnTo>
                  <a:cubicBezTo>
                    <a:pt x="204" y="6"/>
                    <a:pt x="198" y="0"/>
                    <a:pt x="192" y="0"/>
                  </a:cubicBezTo>
                  <a:close/>
                </a:path>
              </a:pathLst>
            </a:custGeom>
            <a:solidFill>
              <a:srgbClr val="008F9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8" name="Google Shape;1638;p55"/>
            <p:cNvSpPr/>
            <p:nvPr/>
          </p:nvSpPr>
          <p:spPr>
            <a:xfrm>
              <a:off x="2045160" y="1427040"/>
              <a:ext cx="60840" cy="60840"/>
            </a:xfrm>
            <a:custGeom>
              <a:rect b="b" l="l" r="r" t="t"/>
              <a:pathLst>
                <a:path extrusionOk="0" h="169" w="169">
                  <a:moveTo>
                    <a:pt x="12" y="0"/>
                  </a:moveTo>
                  <a:cubicBezTo>
                    <a:pt x="5" y="0"/>
                    <a:pt x="0" y="6"/>
                    <a:pt x="0" y="13"/>
                  </a:cubicBezTo>
                  <a:lnTo>
                    <a:pt x="0" y="169"/>
                  </a:lnTo>
                  <a:cubicBezTo>
                    <a:pt x="1" y="169"/>
                    <a:pt x="3" y="168"/>
                    <a:pt x="4" y="167"/>
                  </a:cubicBezTo>
                  <a:lnTo>
                    <a:pt x="167" y="4"/>
                  </a:lnTo>
                  <a:cubicBezTo>
                    <a:pt x="168" y="3"/>
                    <a:pt x="168" y="2"/>
                    <a:pt x="169" y="0"/>
                  </a:cubicBezTo>
                  <a:lnTo>
                    <a:pt x="12" y="0"/>
                  </a:lnTo>
                  <a:close/>
                </a:path>
              </a:pathLst>
            </a:custGeom>
            <a:solidFill>
              <a:srgbClr val="DDFBFC"/>
            </a:solidFill>
            <a:ln>
              <a:noFill/>
            </a:ln>
          </p:spPr>
          <p:txBody>
            <a:bodyPr anchorCtr="1" anchor="ctr" bIns="15825" lIns="90000" spcFirstLastPara="1" rIns="90000" wrap="square" tIns="15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9" name="Google Shape;1639;p55"/>
            <p:cNvSpPr/>
            <p:nvPr/>
          </p:nvSpPr>
          <p:spPr>
            <a:xfrm>
              <a:off x="2008440" y="1230840"/>
              <a:ext cx="38880" cy="48960"/>
            </a:xfrm>
            <a:custGeom>
              <a:rect b="b" l="l" r="r" t="t"/>
              <a:pathLst>
                <a:path extrusionOk="0" h="136" w="108">
                  <a:moveTo>
                    <a:pt x="108" y="45"/>
                  </a:moveTo>
                  <a:lnTo>
                    <a:pt x="108" y="45"/>
                  </a:lnTo>
                  <a:cubicBezTo>
                    <a:pt x="80" y="18"/>
                    <a:pt x="42" y="0"/>
                    <a:pt x="0" y="0"/>
                  </a:cubicBezTo>
                  <a:lnTo>
                    <a:pt x="0" y="124"/>
                  </a:lnTo>
                  <a:cubicBezTo>
                    <a:pt x="0" y="135"/>
                    <a:pt x="13" y="140"/>
                    <a:pt x="21" y="133"/>
                  </a:cubicBezTo>
                  <a:lnTo>
                    <a:pt x="108" y="45"/>
                  </a:lnTo>
                  <a:close/>
                </a:path>
              </a:pathLst>
            </a:custGeom>
            <a:solidFill>
              <a:srgbClr val="EB6E80"/>
            </a:solidFill>
            <a:ln>
              <a:noFill/>
            </a:ln>
          </p:spPr>
          <p:txBody>
            <a:bodyPr anchorCtr="1" anchor="ctr" bIns="3950" lIns="90000" spcFirstLastPara="1" rIns="90000" wrap="square" tIns="39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0" name="Google Shape;1640;p55"/>
            <p:cNvSpPr/>
            <p:nvPr/>
          </p:nvSpPr>
          <p:spPr>
            <a:xfrm>
              <a:off x="1880280" y="1139760"/>
              <a:ext cx="256320" cy="378720"/>
            </a:xfrm>
            <a:custGeom>
              <a:rect b="b" l="l" r="r" t="t"/>
              <a:pathLst>
                <a:path extrusionOk="0" h="1052" w="712">
                  <a:moveTo>
                    <a:pt x="443" y="153"/>
                  </a:moveTo>
                  <a:lnTo>
                    <a:pt x="269" y="153"/>
                  </a:lnTo>
                  <a:lnTo>
                    <a:pt x="269" y="99"/>
                  </a:lnTo>
                  <a:lnTo>
                    <a:pt x="322" y="99"/>
                  </a:lnTo>
                  <a:lnTo>
                    <a:pt x="322" y="99"/>
                  </a:lnTo>
                  <a:lnTo>
                    <a:pt x="390" y="99"/>
                  </a:lnTo>
                  <a:lnTo>
                    <a:pt x="390" y="99"/>
                  </a:lnTo>
                  <a:lnTo>
                    <a:pt x="443" y="99"/>
                  </a:lnTo>
                  <a:lnTo>
                    <a:pt x="443" y="153"/>
                  </a:lnTo>
                  <a:moveTo>
                    <a:pt x="613" y="150"/>
                  </a:moveTo>
                  <a:lnTo>
                    <a:pt x="613" y="783"/>
                  </a:lnTo>
                  <a:lnTo>
                    <a:pt x="458" y="783"/>
                  </a:lnTo>
                  <a:cubicBezTo>
                    <a:pt x="449" y="783"/>
                    <a:pt x="443" y="790"/>
                    <a:pt x="443" y="798"/>
                  </a:cubicBezTo>
                  <a:lnTo>
                    <a:pt x="443" y="953"/>
                  </a:lnTo>
                  <a:lnTo>
                    <a:pt x="99" y="953"/>
                  </a:lnTo>
                  <a:lnTo>
                    <a:pt x="99" y="150"/>
                  </a:lnTo>
                  <a:lnTo>
                    <a:pt x="238" y="150"/>
                  </a:lnTo>
                  <a:lnTo>
                    <a:pt x="238" y="168"/>
                  </a:lnTo>
                  <a:cubicBezTo>
                    <a:pt x="238" y="177"/>
                    <a:pt x="245" y="184"/>
                    <a:pt x="254" y="184"/>
                  </a:cubicBezTo>
                  <a:lnTo>
                    <a:pt x="458" y="184"/>
                  </a:lnTo>
                  <a:cubicBezTo>
                    <a:pt x="466" y="184"/>
                    <a:pt x="473" y="177"/>
                    <a:pt x="473" y="168"/>
                  </a:cubicBezTo>
                  <a:lnTo>
                    <a:pt x="473" y="150"/>
                  </a:lnTo>
                  <a:lnTo>
                    <a:pt x="613" y="150"/>
                  </a:lnTo>
                  <a:moveTo>
                    <a:pt x="473" y="931"/>
                  </a:moveTo>
                  <a:lnTo>
                    <a:pt x="473" y="814"/>
                  </a:lnTo>
                  <a:lnTo>
                    <a:pt x="591" y="814"/>
                  </a:lnTo>
                  <a:lnTo>
                    <a:pt x="473" y="931"/>
                  </a:lnTo>
                  <a:moveTo>
                    <a:pt x="337" y="49"/>
                  </a:moveTo>
                  <a:cubicBezTo>
                    <a:pt x="337" y="39"/>
                    <a:pt x="346" y="31"/>
                    <a:pt x="356" y="31"/>
                  </a:cubicBezTo>
                  <a:cubicBezTo>
                    <a:pt x="366" y="31"/>
                    <a:pt x="374" y="39"/>
                    <a:pt x="374" y="49"/>
                  </a:cubicBezTo>
                  <a:lnTo>
                    <a:pt x="374" y="68"/>
                  </a:lnTo>
                  <a:lnTo>
                    <a:pt x="337" y="68"/>
                  </a:lnTo>
                  <a:lnTo>
                    <a:pt x="337" y="49"/>
                  </a:lnTo>
                  <a:moveTo>
                    <a:pt x="662" y="68"/>
                  </a:moveTo>
                  <a:lnTo>
                    <a:pt x="405" y="68"/>
                  </a:lnTo>
                  <a:lnTo>
                    <a:pt x="405" y="49"/>
                  </a:lnTo>
                  <a:lnTo>
                    <a:pt x="405" y="49"/>
                  </a:lnTo>
                  <a:cubicBezTo>
                    <a:pt x="405" y="22"/>
                    <a:pt x="383" y="0"/>
                    <a:pt x="356" y="0"/>
                  </a:cubicBezTo>
                  <a:cubicBezTo>
                    <a:pt x="329" y="0"/>
                    <a:pt x="306" y="22"/>
                    <a:pt x="306" y="49"/>
                  </a:cubicBezTo>
                  <a:lnTo>
                    <a:pt x="306" y="68"/>
                  </a:lnTo>
                  <a:lnTo>
                    <a:pt x="192" y="68"/>
                  </a:lnTo>
                  <a:cubicBezTo>
                    <a:pt x="183" y="68"/>
                    <a:pt x="176" y="75"/>
                    <a:pt x="176" y="83"/>
                  </a:cubicBezTo>
                  <a:cubicBezTo>
                    <a:pt x="176" y="92"/>
                    <a:pt x="183" y="99"/>
                    <a:pt x="192" y="99"/>
                  </a:cubicBezTo>
                  <a:lnTo>
                    <a:pt x="238" y="99"/>
                  </a:lnTo>
                  <a:lnTo>
                    <a:pt x="238" y="119"/>
                  </a:lnTo>
                  <a:lnTo>
                    <a:pt x="83" y="119"/>
                  </a:lnTo>
                  <a:cubicBezTo>
                    <a:pt x="75" y="119"/>
                    <a:pt x="68" y="126"/>
                    <a:pt x="68" y="134"/>
                  </a:cubicBezTo>
                  <a:lnTo>
                    <a:pt x="68" y="968"/>
                  </a:lnTo>
                  <a:cubicBezTo>
                    <a:pt x="68" y="977"/>
                    <a:pt x="75" y="984"/>
                    <a:pt x="83" y="984"/>
                  </a:cubicBezTo>
                  <a:lnTo>
                    <a:pt x="458" y="984"/>
                  </a:lnTo>
                  <a:lnTo>
                    <a:pt x="458" y="984"/>
                  </a:lnTo>
                  <a:cubicBezTo>
                    <a:pt x="459" y="984"/>
                    <a:pt x="459" y="984"/>
                    <a:pt x="459" y="984"/>
                  </a:cubicBezTo>
                  <a:cubicBezTo>
                    <a:pt x="460" y="984"/>
                    <a:pt x="460" y="984"/>
                    <a:pt x="460" y="984"/>
                  </a:cubicBezTo>
                  <a:cubicBezTo>
                    <a:pt x="461" y="984"/>
                    <a:pt x="461" y="984"/>
                    <a:pt x="461" y="984"/>
                  </a:cubicBezTo>
                  <a:cubicBezTo>
                    <a:pt x="461" y="983"/>
                    <a:pt x="462" y="983"/>
                    <a:pt x="462" y="983"/>
                  </a:cubicBezTo>
                  <a:lnTo>
                    <a:pt x="462" y="983"/>
                  </a:lnTo>
                  <a:cubicBezTo>
                    <a:pt x="463" y="983"/>
                    <a:pt x="463" y="983"/>
                    <a:pt x="464" y="983"/>
                  </a:cubicBezTo>
                  <a:lnTo>
                    <a:pt x="464" y="983"/>
                  </a:lnTo>
                  <a:cubicBezTo>
                    <a:pt x="464" y="983"/>
                    <a:pt x="464" y="982"/>
                    <a:pt x="465" y="982"/>
                  </a:cubicBezTo>
                  <a:lnTo>
                    <a:pt x="465" y="982"/>
                  </a:lnTo>
                  <a:cubicBezTo>
                    <a:pt x="466" y="982"/>
                    <a:pt x="466" y="982"/>
                    <a:pt x="466" y="981"/>
                  </a:cubicBezTo>
                  <a:lnTo>
                    <a:pt x="467" y="981"/>
                  </a:lnTo>
                  <a:lnTo>
                    <a:pt x="467" y="981"/>
                  </a:lnTo>
                  <a:lnTo>
                    <a:pt x="468" y="980"/>
                  </a:lnTo>
                  <a:cubicBezTo>
                    <a:pt x="468" y="980"/>
                    <a:pt x="469" y="980"/>
                    <a:pt x="469" y="979"/>
                  </a:cubicBezTo>
                  <a:lnTo>
                    <a:pt x="639" y="809"/>
                  </a:lnTo>
                  <a:cubicBezTo>
                    <a:pt x="640" y="809"/>
                    <a:pt x="640" y="808"/>
                    <a:pt x="640" y="808"/>
                  </a:cubicBezTo>
                  <a:cubicBezTo>
                    <a:pt x="641" y="807"/>
                    <a:pt x="641" y="807"/>
                    <a:pt x="641" y="807"/>
                  </a:cubicBezTo>
                  <a:cubicBezTo>
                    <a:pt x="641" y="807"/>
                    <a:pt x="641" y="806"/>
                    <a:pt x="642" y="805"/>
                  </a:cubicBezTo>
                  <a:lnTo>
                    <a:pt x="642" y="805"/>
                  </a:lnTo>
                  <a:cubicBezTo>
                    <a:pt x="642" y="805"/>
                    <a:pt x="642" y="804"/>
                    <a:pt x="643" y="804"/>
                  </a:cubicBezTo>
                  <a:cubicBezTo>
                    <a:pt x="643" y="803"/>
                    <a:pt x="643" y="803"/>
                    <a:pt x="643" y="803"/>
                  </a:cubicBezTo>
                  <a:cubicBezTo>
                    <a:pt x="643" y="803"/>
                    <a:pt x="643" y="802"/>
                    <a:pt x="643" y="801"/>
                  </a:cubicBezTo>
                  <a:lnTo>
                    <a:pt x="643" y="801"/>
                  </a:lnTo>
                  <a:cubicBezTo>
                    <a:pt x="643" y="800"/>
                    <a:pt x="644" y="800"/>
                    <a:pt x="644" y="799"/>
                  </a:cubicBezTo>
                  <a:lnTo>
                    <a:pt x="644" y="799"/>
                  </a:lnTo>
                  <a:lnTo>
                    <a:pt x="644" y="798"/>
                  </a:lnTo>
                  <a:lnTo>
                    <a:pt x="644" y="134"/>
                  </a:lnTo>
                  <a:cubicBezTo>
                    <a:pt x="644" y="126"/>
                    <a:pt x="637" y="119"/>
                    <a:pt x="628" y="119"/>
                  </a:cubicBezTo>
                  <a:lnTo>
                    <a:pt x="473" y="119"/>
                  </a:lnTo>
                  <a:lnTo>
                    <a:pt x="473" y="99"/>
                  </a:lnTo>
                  <a:lnTo>
                    <a:pt x="662" y="99"/>
                  </a:lnTo>
                  <a:cubicBezTo>
                    <a:pt x="673" y="99"/>
                    <a:pt x="681" y="107"/>
                    <a:pt x="681" y="117"/>
                  </a:cubicBezTo>
                  <a:lnTo>
                    <a:pt x="681" y="1002"/>
                  </a:lnTo>
                  <a:cubicBezTo>
                    <a:pt x="681" y="1013"/>
                    <a:pt x="673" y="1021"/>
                    <a:pt x="662" y="1021"/>
                  </a:cubicBezTo>
                  <a:lnTo>
                    <a:pt x="49" y="1021"/>
                  </a:lnTo>
                  <a:cubicBezTo>
                    <a:pt x="39" y="1021"/>
                    <a:pt x="31" y="1013"/>
                    <a:pt x="31" y="1002"/>
                  </a:cubicBezTo>
                  <a:lnTo>
                    <a:pt x="31" y="117"/>
                  </a:lnTo>
                  <a:cubicBezTo>
                    <a:pt x="31" y="107"/>
                    <a:pt x="39" y="99"/>
                    <a:pt x="49" y="99"/>
                  </a:cubicBezTo>
                  <a:lnTo>
                    <a:pt x="130" y="99"/>
                  </a:lnTo>
                  <a:cubicBezTo>
                    <a:pt x="138" y="99"/>
                    <a:pt x="145" y="92"/>
                    <a:pt x="145" y="83"/>
                  </a:cubicBezTo>
                  <a:cubicBezTo>
                    <a:pt x="145" y="75"/>
                    <a:pt x="138" y="68"/>
                    <a:pt x="130" y="68"/>
                  </a:cubicBezTo>
                  <a:lnTo>
                    <a:pt x="49" y="68"/>
                  </a:lnTo>
                  <a:cubicBezTo>
                    <a:pt x="22" y="68"/>
                    <a:pt x="0" y="90"/>
                    <a:pt x="0" y="117"/>
                  </a:cubicBezTo>
                  <a:lnTo>
                    <a:pt x="0" y="1002"/>
                  </a:lnTo>
                  <a:cubicBezTo>
                    <a:pt x="0" y="1030"/>
                    <a:pt x="22" y="1052"/>
                    <a:pt x="49" y="1052"/>
                  </a:cubicBezTo>
                  <a:lnTo>
                    <a:pt x="662" y="1052"/>
                  </a:lnTo>
                  <a:cubicBezTo>
                    <a:pt x="690" y="1052"/>
                    <a:pt x="712" y="1030"/>
                    <a:pt x="712" y="1002"/>
                  </a:cubicBezTo>
                  <a:lnTo>
                    <a:pt x="712" y="117"/>
                  </a:lnTo>
                  <a:cubicBezTo>
                    <a:pt x="712" y="90"/>
                    <a:pt x="690" y="68"/>
                    <a:pt x="662" y="6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41" name="Google Shape;1641;p55"/>
            <p:cNvSpPr/>
            <p:nvPr/>
          </p:nvSpPr>
          <p:spPr>
            <a:xfrm>
              <a:off x="1947600" y="1225440"/>
              <a:ext cx="121320" cy="121320"/>
            </a:xfrm>
            <a:custGeom>
              <a:rect b="b" l="l" r="r" t="t"/>
              <a:pathLst>
                <a:path extrusionOk="0" h="337" w="337">
                  <a:moveTo>
                    <a:pt x="169" y="306"/>
                  </a:moveTo>
                  <a:cubicBezTo>
                    <a:pt x="93" y="306"/>
                    <a:pt x="31" y="245"/>
                    <a:pt x="31" y="169"/>
                  </a:cubicBezTo>
                  <a:cubicBezTo>
                    <a:pt x="31" y="98"/>
                    <a:pt x="85" y="39"/>
                    <a:pt x="153" y="32"/>
                  </a:cubicBezTo>
                  <a:lnTo>
                    <a:pt x="153" y="169"/>
                  </a:lnTo>
                  <a:cubicBezTo>
                    <a:pt x="153" y="175"/>
                    <a:pt x="157" y="181"/>
                    <a:pt x="163" y="183"/>
                  </a:cubicBezTo>
                  <a:cubicBezTo>
                    <a:pt x="165" y="184"/>
                    <a:pt x="167" y="184"/>
                    <a:pt x="169" y="184"/>
                  </a:cubicBezTo>
                  <a:cubicBezTo>
                    <a:pt x="173" y="184"/>
                    <a:pt x="177" y="182"/>
                    <a:pt x="180" y="180"/>
                  </a:cubicBezTo>
                  <a:lnTo>
                    <a:pt x="276" y="83"/>
                  </a:lnTo>
                  <a:cubicBezTo>
                    <a:pt x="295" y="106"/>
                    <a:pt x="307" y="136"/>
                    <a:pt x="307" y="169"/>
                  </a:cubicBezTo>
                  <a:cubicBezTo>
                    <a:pt x="307" y="245"/>
                    <a:pt x="245" y="306"/>
                    <a:pt x="169" y="306"/>
                  </a:cubicBezTo>
                  <a:moveTo>
                    <a:pt x="184" y="32"/>
                  </a:moveTo>
                  <a:cubicBezTo>
                    <a:pt x="211" y="35"/>
                    <a:pt x="235" y="45"/>
                    <a:pt x="255" y="61"/>
                  </a:cubicBezTo>
                  <a:lnTo>
                    <a:pt x="184" y="131"/>
                  </a:lnTo>
                  <a:lnTo>
                    <a:pt x="184" y="32"/>
                  </a:lnTo>
                  <a:moveTo>
                    <a:pt x="287" y="48"/>
                  </a:moveTo>
                  <a:cubicBezTo>
                    <a:pt x="256" y="18"/>
                    <a:pt x="215" y="0"/>
                    <a:pt x="169" y="0"/>
                  </a:cubicBezTo>
                  <a:cubicBezTo>
                    <a:pt x="76" y="0"/>
                    <a:pt x="0" y="76"/>
                    <a:pt x="0" y="169"/>
                  </a:cubicBezTo>
                  <a:cubicBezTo>
                    <a:pt x="0" y="262"/>
                    <a:pt x="76" y="337"/>
                    <a:pt x="169" y="337"/>
                  </a:cubicBezTo>
                  <a:cubicBezTo>
                    <a:pt x="262" y="337"/>
                    <a:pt x="337" y="262"/>
                    <a:pt x="337" y="169"/>
                  </a:cubicBezTo>
                  <a:cubicBezTo>
                    <a:pt x="337" y="123"/>
                    <a:pt x="319" y="81"/>
                    <a:pt x="289" y="51"/>
                  </a:cubicBezTo>
                  <a:cubicBezTo>
                    <a:pt x="289" y="50"/>
                    <a:pt x="288" y="50"/>
                    <a:pt x="288" y="49"/>
                  </a:cubicBezTo>
                  <a:cubicBezTo>
                    <a:pt x="288" y="49"/>
                    <a:pt x="287" y="49"/>
                    <a:pt x="287" y="48"/>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42" name="Google Shape;1642;p55"/>
            <p:cNvSpPr/>
            <p:nvPr/>
          </p:nvSpPr>
          <p:spPr>
            <a:xfrm>
              <a:off x="1929240" y="1372680"/>
              <a:ext cx="35640" cy="10800"/>
            </a:xfrm>
            <a:custGeom>
              <a:rect b="b" l="l" r="r" t="t"/>
              <a:pathLst>
                <a:path extrusionOk="0" h="30" w="99">
                  <a:moveTo>
                    <a:pt x="16" y="30"/>
                  </a:moveTo>
                  <a:lnTo>
                    <a:pt x="84" y="30"/>
                  </a:lnTo>
                  <a:cubicBezTo>
                    <a:pt x="92" y="30"/>
                    <a:pt x="99" y="23"/>
                    <a:pt x="99" y="15"/>
                  </a:cubicBezTo>
                  <a:cubicBezTo>
                    <a:pt x="99" y="6"/>
                    <a:pt x="92" y="0"/>
                    <a:pt x="84" y="0"/>
                  </a:cubicBezTo>
                  <a:lnTo>
                    <a:pt x="16" y="0"/>
                  </a:lnTo>
                  <a:cubicBezTo>
                    <a:pt x="7" y="0"/>
                    <a:pt x="0" y="6"/>
                    <a:pt x="0" y="15"/>
                  </a:cubicBezTo>
                  <a:cubicBezTo>
                    <a:pt x="0" y="23"/>
                    <a:pt x="7" y="30"/>
                    <a:pt x="16" y="3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43" name="Google Shape;1643;p55"/>
            <p:cNvSpPr/>
            <p:nvPr/>
          </p:nvSpPr>
          <p:spPr>
            <a:xfrm>
              <a:off x="1929240" y="1397160"/>
              <a:ext cx="84600" cy="11160"/>
            </a:xfrm>
            <a:custGeom>
              <a:rect b="b" l="l" r="r" t="t"/>
              <a:pathLst>
                <a:path extrusionOk="0" h="31" w="235">
                  <a:moveTo>
                    <a:pt x="220" y="0"/>
                  </a:moveTo>
                  <a:lnTo>
                    <a:pt x="16" y="0"/>
                  </a:lnTo>
                  <a:cubicBezTo>
                    <a:pt x="7" y="0"/>
                    <a:pt x="0" y="7"/>
                    <a:pt x="0" y="15"/>
                  </a:cubicBezTo>
                  <a:cubicBezTo>
                    <a:pt x="0" y="24"/>
                    <a:pt x="7" y="31"/>
                    <a:pt x="16" y="31"/>
                  </a:cubicBezTo>
                  <a:lnTo>
                    <a:pt x="220" y="31"/>
                  </a:lnTo>
                  <a:cubicBezTo>
                    <a:pt x="228" y="31"/>
                    <a:pt x="235" y="24"/>
                    <a:pt x="235" y="15"/>
                  </a:cubicBezTo>
                  <a:cubicBezTo>
                    <a:pt x="235" y="7"/>
                    <a:pt x="228" y="0"/>
                    <a:pt x="220"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44" name="Google Shape;1644;p55"/>
            <p:cNvSpPr/>
            <p:nvPr/>
          </p:nvSpPr>
          <p:spPr>
            <a:xfrm>
              <a:off x="1929240" y="1433880"/>
              <a:ext cx="35640" cy="35640"/>
            </a:xfrm>
            <a:custGeom>
              <a:rect b="b" l="l" r="r" t="t"/>
              <a:pathLst>
                <a:path extrusionOk="0" h="99" w="99">
                  <a:moveTo>
                    <a:pt x="68" y="68"/>
                  </a:moveTo>
                  <a:lnTo>
                    <a:pt x="31" y="68"/>
                  </a:lnTo>
                  <a:lnTo>
                    <a:pt x="31" y="31"/>
                  </a:lnTo>
                  <a:lnTo>
                    <a:pt x="68" y="31"/>
                  </a:lnTo>
                  <a:lnTo>
                    <a:pt x="68" y="68"/>
                  </a:lnTo>
                  <a:moveTo>
                    <a:pt x="84" y="0"/>
                  </a:moveTo>
                  <a:lnTo>
                    <a:pt x="16" y="0"/>
                  </a:lnTo>
                  <a:cubicBezTo>
                    <a:pt x="7" y="0"/>
                    <a:pt x="0" y="7"/>
                    <a:pt x="0" y="15"/>
                  </a:cubicBezTo>
                  <a:lnTo>
                    <a:pt x="0" y="83"/>
                  </a:lnTo>
                  <a:cubicBezTo>
                    <a:pt x="0" y="92"/>
                    <a:pt x="7" y="99"/>
                    <a:pt x="16" y="99"/>
                  </a:cubicBezTo>
                  <a:lnTo>
                    <a:pt x="84" y="99"/>
                  </a:lnTo>
                  <a:cubicBezTo>
                    <a:pt x="92" y="99"/>
                    <a:pt x="99" y="92"/>
                    <a:pt x="99" y="83"/>
                  </a:cubicBezTo>
                  <a:lnTo>
                    <a:pt x="99" y="15"/>
                  </a:lnTo>
                  <a:cubicBezTo>
                    <a:pt x="99" y="7"/>
                    <a:pt x="92" y="0"/>
                    <a:pt x="84"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645" name="Google Shape;1645;p55"/>
          <p:cNvGrpSpPr/>
          <p:nvPr/>
        </p:nvGrpSpPr>
        <p:grpSpPr>
          <a:xfrm>
            <a:off x="3691769" y="2336027"/>
            <a:ext cx="404260" cy="548649"/>
            <a:chOff x="1045080" y="4154760"/>
            <a:chExt cx="275400" cy="371160"/>
          </a:xfrm>
        </p:grpSpPr>
        <p:sp>
          <p:nvSpPr>
            <p:cNvPr id="1646" name="Google Shape;1646;p55"/>
            <p:cNvSpPr/>
            <p:nvPr/>
          </p:nvSpPr>
          <p:spPr>
            <a:xfrm>
              <a:off x="1170720" y="4415400"/>
              <a:ext cx="24120" cy="54000"/>
            </a:xfrm>
            <a:custGeom>
              <a:rect b="b" l="l" r="r" t="t"/>
              <a:pathLst>
                <a:path extrusionOk="0" h="150" w="67">
                  <a:moveTo>
                    <a:pt x="0" y="0"/>
                  </a:moveTo>
                  <a:lnTo>
                    <a:pt x="67" y="0"/>
                  </a:lnTo>
                  <a:lnTo>
                    <a:pt x="67" y="150"/>
                  </a:lnTo>
                  <a:lnTo>
                    <a:pt x="0" y="150"/>
                  </a:lnTo>
                  <a:lnTo>
                    <a:pt x="0" y="0"/>
                  </a:lnTo>
                  <a:close/>
                </a:path>
              </a:pathLst>
            </a:custGeom>
            <a:solidFill>
              <a:srgbClr val="DDFBFC"/>
            </a:solidFill>
            <a:ln>
              <a:noFill/>
            </a:ln>
          </p:spPr>
          <p:txBody>
            <a:bodyPr anchorCtr="1" anchor="ctr" bIns="9000" lIns="90000" spcFirstLastPara="1" rIns="90000" wrap="square" tIns="9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7" name="Google Shape;1647;p55"/>
            <p:cNvSpPr/>
            <p:nvPr/>
          </p:nvSpPr>
          <p:spPr>
            <a:xfrm>
              <a:off x="1050480" y="4160160"/>
              <a:ext cx="264240" cy="264240"/>
            </a:xfrm>
            <a:custGeom>
              <a:rect b="b" l="l" r="r" t="t"/>
              <a:pathLst>
                <a:path extrusionOk="0" h="734" w="734">
                  <a:moveTo>
                    <a:pt x="734" y="367"/>
                  </a:moveTo>
                  <a:cubicBezTo>
                    <a:pt x="734" y="570"/>
                    <a:pt x="570" y="734"/>
                    <a:pt x="367" y="734"/>
                  </a:cubicBezTo>
                  <a:cubicBezTo>
                    <a:pt x="165" y="734"/>
                    <a:pt x="0" y="570"/>
                    <a:pt x="0" y="367"/>
                  </a:cubicBezTo>
                  <a:cubicBezTo>
                    <a:pt x="0" y="164"/>
                    <a:pt x="165" y="0"/>
                    <a:pt x="367" y="0"/>
                  </a:cubicBezTo>
                  <a:cubicBezTo>
                    <a:pt x="570" y="0"/>
                    <a:pt x="734" y="164"/>
                    <a:pt x="734" y="367"/>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8" name="Google Shape;1648;p55"/>
            <p:cNvSpPr/>
            <p:nvPr/>
          </p:nvSpPr>
          <p:spPr>
            <a:xfrm>
              <a:off x="1152720" y="4460400"/>
              <a:ext cx="60120" cy="60120"/>
            </a:xfrm>
            <a:custGeom>
              <a:rect b="b" l="l" r="r" t="t"/>
              <a:pathLst>
                <a:path extrusionOk="0" h="167" w="167">
                  <a:moveTo>
                    <a:pt x="155" y="0"/>
                  </a:moveTo>
                  <a:lnTo>
                    <a:pt x="12" y="0"/>
                  </a:lnTo>
                  <a:cubicBezTo>
                    <a:pt x="5" y="0"/>
                    <a:pt x="0" y="6"/>
                    <a:pt x="0" y="12"/>
                  </a:cubicBezTo>
                  <a:lnTo>
                    <a:pt x="0" y="155"/>
                  </a:lnTo>
                  <a:cubicBezTo>
                    <a:pt x="0" y="162"/>
                    <a:pt x="5" y="167"/>
                    <a:pt x="12" y="167"/>
                  </a:cubicBezTo>
                  <a:lnTo>
                    <a:pt x="155" y="167"/>
                  </a:lnTo>
                  <a:cubicBezTo>
                    <a:pt x="161" y="167"/>
                    <a:pt x="167" y="162"/>
                    <a:pt x="167" y="155"/>
                  </a:cubicBezTo>
                  <a:lnTo>
                    <a:pt x="167" y="12"/>
                  </a:lnTo>
                  <a:cubicBezTo>
                    <a:pt x="167" y="6"/>
                    <a:pt x="161" y="0"/>
                    <a:pt x="155" y="0"/>
                  </a:cubicBezTo>
                  <a:close/>
                </a:path>
              </a:pathLst>
            </a:custGeom>
            <a:solidFill>
              <a:srgbClr val="EB6E80"/>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49" name="Google Shape;1649;p55"/>
            <p:cNvSpPr/>
            <p:nvPr/>
          </p:nvSpPr>
          <p:spPr>
            <a:xfrm>
              <a:off x="1074600" y="4184280"/>
              <a:ext cx="216360" cy="216000"/>
            </a:xfrm>
            <a:custGeom>
              <a:rect b="b" l="l" r="r" t="t"/>
              <a:pathLst>
                <a:path extrusionOk="0" h="600" w="601">
                  <a:moveTo>
                    <a:pt x="601" y="300"/>
                  </a:moveTo>
                  <a:cubicBezTo>
                    <a:pt x="601" y="466"/>
                    <a:pt x="466" y="600"/>
                    <a:pt x="300" y="600"/>
                  </a:cubicBezTo>
                  <a:cubicBezTo>
                    <a:pt x="134" y="600"/>
                    <a:pt x="0" y="466"/>
                    <a:pt x="0" y="300"/>
                  </a:cubicBezTo>
                  <a:cubicBezTo>
                    <a:pt x="0" y="134"/>
                    <a:pt x="134" y="0"/>
                    <a:pt x="300" y="0"/>
                  </a:cubicBezTo>
                  <a:cubicBezTo>
                    <a:pt x="466" y="0"/>
                    <a:pt x="601" y="134"/>
                    <a:pt x="601" y="300"/>
                  </a:cubicBezTo>
                  <a:close/>
                </a:path>
              </a:pathLst>
            </a:custGeom>
            <a:solidFill>
              <a:srgbClr val="008F9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0" name="Google Shape;1650;p55"/>
            <p:cNvSpPr/>
            <p:nvPr/>
          </p:nvSpPr>
          <p:spPr>
            <a:xfrm>
              <a:off x="1104480" y="4244400"/>
              <a:ext cx="156240" cy="155880"/>
            </a:xfrm>
            <a:custGeom>
              <a:rect b="b" l="l" r="r" t="t"/>
              <a:pathLst>
                <a:path extrusionOk="0" h="433" w="434">
                  <a:moveTo>
                    <a:pt x="217" y="433"/>
                  </a:moveTo>
                  <a:cubicBezTo>
                    <a:pt x="303" y="433"/>
                    <a:pt x="380" y="398"/>
                    <a:pt x="434" y="341"/>
                  </a:cubicBezTo>
                  <a:lnTo>
                    <a:pt x="434" y="172"/>
                  </a:lnTo>
                  <a:cubicBezTo>
                    <a:pt x="434" y="168"/>
                    <a:pt x="433" y="165"/>
                    <a:pt x="431" y="163"/>
                  </a:cubicBezTo>
                  <a:lnTo>
                    <a:pt x="271" y="3"/>
                  </a:lnTo>
                  <a:cubicBezTo>
                    <a:pt x="269" y="1"/>
                    <a:pt x="266" y="0"/>
                    <a:pt x="262" y="0"/>
                  </a:cubicBezTo>
                  <a:lnTo>
                    <a:pt x="12" y="0"/>
                  </a:lnTo>
                  <a:cubicBezTo>
                    <a:pt x="6" y="0"/>
                    <a:pt x="0" y="5"/>
                    <a:pt x="0" y="12"/>
                  </a:cubicBezTo>
                  <a:lnTo>
                    <a:pt x="0" y="341"/>
                  </a:lnTo>
                  <a:cubicBezTo>
                    <a:pt x="55" y="398"/>
                    <a:pt x="132" y="433"/>
                    <a:pt x="217" y="433"/>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1" name="Google Shape;1651;p55"/>
            <p:cNvSpPr/>
            <p:nvPr/>
          </p:nvSpPr>
          <p:spPr>
            <a:xfrm>
              <a:off x="1200600" y="4244760"/>
              <a:ext cx="60120" cy="135720"/>
            </a:xfrm>
            <a:custGeom>
              <a:rect b="b" l="l" r="r" t="t"/>
              <a:pathLst>
                <a:path extrusionOk="0" h="377" w="167">
                  <a:moveTo>
                    <a:pt x="167" y="340"/>
                  </a:moveTo>
                  <a:lnTo>
                    <a:pt x="167" y="171"/>
                  </a:lnTo>
                  <a:cubicBezTo>
                    <a:pt x="167" y="167"/>
                    <a:pt x="166" y="164"/>
                    <a:pt x="164" y="162"/>
                  </a:cubicBezTo>
                  <a:lnTo>
                    <a:pt x="4" y="2"/>
                  </a:lnTo>
                  <a:cubicBezTo>
                    <a:pt x="3" y="1"/>
                    <a:pt x="2" y="0"/>
                    <a:pt x="0" y="0"/>
                  </a:cubicBezTo>
                  <a:lnTo>
                    <a:pt x="0" y="41"/>
                  </a:lnTo>
                  <a:lnTo>
                    <a:pt x="121" y="162"/>
                  </a:lnTo>
                  <a:cubicBezTo>
                    <a:pt x="124" y="164"/>
                    <a:pt x="125" y="167"/>
                    <a:pt x="125" y="171"/>
                  </a:cubicBezTo>
                  <a:lnTo>
                    <a:pt x="125" y="377"/>
                  </a:lnTo>
                  <a:cubicBezTo>
                    <a:pt x="140" y="366"/>
                    <a:pt x="154" y="353"/>
                    <a:pt x="167" y="340"/>
                  </a:cubicBezTo>
                  <a:close/>
                </a:path>
              </a:pathLst>
            </a:custGeom>
            <a:solidFill>
              <a:srgbClr val="DDFBF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2" name="Google Shape;1652;p55"/>
            <p:cNvSpPr/>
            <p:nvPr/>
          </p:nvSpPr>
          <p:spPr>
            <a:xfrm>
              <a:off x="1128600" y="4328280"/>
              <a:ext cx="108000" cy="24120"/>
            </a:xfrm>
            <a:custGeom>
              <a:rect b="b" l="l" r="r" t="t"/>
              <a:pathLst>
                <a:path extrusionOk="0" h="67" w="300">
                  <a:moveTo>
                    <a:pt x="288" y="67"/>
                  </a:moveTo>
                  <a:lnTo>
                    <a:pt x="12" y="67"/>
                  </a:lnTo>
                  <a:cubicBezTo>
                    <a:pt x="6" y="67"/>
                    <a:pt x="0" y="62"/>
                    <a:pt x="0" y="55"/>
                  </a:cubicBezTo>
                  <a:lnTo>
                    <a:pt x="0" y="12"/>
                  </a:lnTo>
                  <a:cubicBezTo>
                    <a:pt x="0" y="6"/>
                    <a:pt x="6" y="0"/>
                    <a:pt x="12" y="0"/>
                  </a:cubicBezTo>
                  <a:lnTo>
                    <a:pt x="288" y="0"/>
                  </a:lnTo>
                  <a:cubicBezTo>
                    <a:pt x="295" y="0"/>
                    <a:pt x="300" y="6"/>
                    <a:pt x="300" y="12"/>
                  </a:cubicBezTo>
                  <a:lnTo>
                    <a:pt x="300" y="55"/>
                  </a:lnTo>
                  <a:cubicBezTo>
                    <a:pt x="300" y="62"/>
                    <a:pt x="295" y="67"/>
                    <a:pt x="288" y="67"/>
                  </a:cubicBezTo>
                  <a:close/>
                </a:path>
              </a:pathLst>
            </a:custGeom>
            <a:solidFill>
              <a:srgbClr val="DDFBFC"/>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3" name="Google Shape;1653;p55"/>
            <p:cNvSpPr/>
            <p:nvPr/>
          </p:nvSpPr>
          <p:spPr>
            <a:xfrm>
              <a:off x="1200600" y="4244760"/>
              <a:ext cx="59760" cy="59400"/>
            </a:xfrm>
            <a:custGeom>
              <a:rect b="b" l="l" r="r" t="t"/>
              <a:pathLst>
                <a:path extrusionOk="0" h="165" w="166">
                  <a:moveTo>
                    <a:pt x="164" y="162"/>
                  </a:moveTo>
                  <a:lnTo>
                    <a:pt x="4" y="2"/>
                  </a:lnTo>
                  <a:cubicBezTo>
                    <a:pt x="3" y="1"/>
                    <a:pt x="2" y="0"/>
                    <a:pt x="0" y="0"/>
                  </a:cubicBezTo>
                  <a:lnTo>
                    <a:pt x="0" y="153"/>
                  </a:lnTo>
                  <a:cubicBezTo>
                    <a:pt x="0" y="160"/>
                    <a:pt x="6" y="165"/>
                    <a:pt x="12" y="165"/>
                  </a:cubicBezTo>
                  <a:lnTo>
                    <a:pt x="166" y="165"/>
                  </a:lnTo>
                  <a:cubicBezTo>
                    <a:pt x="166" y="164"/>
                    <a:pt x="165" y="163"/>
                    <a:pt x="164" y="162"/>
                  </a:cubicBezTo>
                  <a:close/>
                </a:path>
              </a:pathLst>
            </a:custGeom>
            <a:solidFill>
              <a:srgbClr val="DDFBFC"/>
            </a:solidFill>
            <a:ln>
              <a:noFill/>
            </a:ln>
          </p:spPr>
          <p:txBody>
            <a:bodyPr anchorCtr="1" anchor="ctr" bIns="14400" lIns="90000" spcFirstLastPara="1" rIns="90000" wrap="square" tIns="144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4" name="Google Shape;1654;p55"/>
            <p:cNvSpPr/>
            <p:nvPr/>
          </p:nvSpPr>
          <p:spPr>
            <a:xfrm>
              <a:off x="1045080" y="4154760"/>
              <a:ext cx="275400" cy="371160"/>
            </a:xfrm>
            <a:custGeom>
              <a:rect b="b" l="l" r="r" t="t"/>
              <a:pathLst>
                <a:path extrusionOk="0" h="1031" w="765">
                  <a:moveTo>
                    <a:pt x="401" y="834"/>
                  </a:moveTo>
                  <a:lnTo>
                    <a:pt x="364" y="834"/>
                  </a:lnTo>
                  <a:lnTo>
                    <a:pt x="364" y="764"/>
                  </a:lnTo>
                  <a:cubicBezTo>
                    <a:pt x="370" y="764"/>
                    <a:pt x="376" y="764"/>
                    <a:pt x="382" y="764"/>
                  </a:cubicBezTo>
                  <a:cubicBezTo>
                    <a:pt x="388" y="764"/>
                    <a:pt x="394" y="764"/>
                    <a:pt x="401" y="764"/>
                  </a:cubicBezTo>
                  <a:lnTo>
                    <a:pt x="401" y="834"/>
                  </a:lnTo>
                  <a:moveTo>
                    <a:pt x="451" y="901"/>
                  </a:moveTo>
                  <a:lnTo>
                    <a:pt x="314" y="901"/>
                  </a:lnTo>
                  <a:lnTo>
                    <a:pt x="314" y="864"/>
                  </a:lnTo>
                  <a:lnTo>
                    <a:pt x="451" y="864"/>
                  </a:lnTo>
                  <a:lnTo>
                    <a:pt x="451" y="901"/>
                  </a:lnTo>
                  <a:moveTo>
                    <a:pt x="314" y="931"/>
                  </a:moveTo>
                  <a:lnTo>
                    <a:pt x="451" y="931"/>
                  </a:lnTo>
                  <a:lnTo>
                    <a:pt x="451" y="1001"/>
                  </a:lnTo>
                  <a:lnTo>
                    <a:pt x="314" y="1001"/>
                  </a:lnTo>
                  <a:lnTo>
                    <a:pt x="314" y="931"/>
                  </a:lnTo>
                  <a:moveTo>
                    <a:pt x="765" y="382"/>
                  </a:moveTo>
                  <a:cubicBezTo>
                    <a:pt x="765" y="171"/>
                    <a:pt x="593" y="0"/>
                    <a:pt x="382" y="0"/>
                  </a:cubicBezTo>
                  <a:cubicBezTo>
                    <a:pt x="287" y="0"/>
                    <a:pt x="196" y="35"/>
                    <a:pt x="125" y="99"/>
                  </a:cubicBezTo>
                  <a:cubicBezTo>
                    <a:pt x="119" y="105"/>
                    <a:pt x="119" y="114"/>
                    <a:pt x="124" y="120"/>
                  </a:cubicBezTo>
                  <a:cubicBezTo>
                    <a:pt x="130" y="127"/>
                    <a:pt x="140" y="127"/>
                    <a:pt x="146" y="121"/>
                  </a:cubicBezTo>
                  <a:cubicBezTo>
                    <a:pt x="211" y="63"/>
                    <a:pt x="295" y="30"/>
                    <a:pt x="382" y="30"/>
                  </a:cubicBezTo>
                  <a:cubicBezTo>
                    <a:pt x="576" y="30"/>
                    <a:pt x="734" y="188"/>
                    <a:pt x="734" y="382"/>
                  </a:cubicBezTo>
                  <a:cubicBezTo>
                    <a:pt x="734" y="576"/>
                    <a:pt x="576" y="734"/>
                    <a:pt x="382" y="734"/>
                  </a:cubicBezTo>
                  <a:cubicBezTo>
                    <a:pt x="188" y="734"/>
                    <a:pt x="30" y="576"/>
                    <a:pt x="30" y="382"/>
                  </a:cubicBezTo>
                  <a:cubicBezTo>
                    <a:pt x="30" y="302"/>
                    <a:pt x="57" y="226"/>
                    <a:pt x="106" y="164"/>
                  </a:cubicBezTo>
                  <a:cubicBezTo>
                    <a:pt x="111" y="157"/>
                    <a:pt x="110" y="148"/>
                    <a:pt x="104" y="142"/>
                  </a:cubicBezTo>
                  <a:cubicBezTo>
                    <a:pt x="97" y="137"/>
                    <a:pt x="88" y="138"/>
                    <a:pt x="83" y="145"/>
                  </a:cubicBezTo>
                  <a:cubicBezTo>
                    <a:pt x="29" y="213"/>
                    <a:pt x="0" y="295"/>
                    <a:pt x="0" y="382"/>
                  </a:cubicBezTo>
                  <a:cubicBezTo>
                    <a:pt x="0" y="576"/>
                    <a:pt x="146" y="737"/>
                    <a:pt x="334" y="761"/>
                  </a:cubicBezTo>
                  <a:lnTo>
                    <a:pt x="334" y="834"/>
                  </a:lnTo>
                  <a:lnTo>
                    <a:pt x="299" y="834"/>
                  </a:lnTo>
                  <a:cubicBezTo>
                    <a:pt x="291" y="834"/>
                    <a:pt x="284" y="841"/>
                    <a:pt x="284" y="849"/>
                  </a:cubicBezTo>
                  <a:lnTo>
                    <a:pt x="284" y="916"/>
                  </a:lnTo>
                  <a:lnTo>
                    <a:pt x="284" y="916"/>
                  </a:lnTo>
                  <a:lnTo>
                    <a:pt x="284" y="916"/>
                  </a:lnTo>
                  <a:lnTo>
                    <a:pt x="284" y="1016"/>
                  </a:lnTo>
                  <a:cubicBezTo>
                    <a:pt x="284" y="1025"/>
                    <a:pt x="291" y="1031"/>
                    <a:pt x="299" y="1031"/>
                  </a:cubicBezTo>
                  <a:lnTo>
                    <a:pt x="466" y="1031"/>
                  </a:lnTo>
                  <a:cubicBezTo>
                    <a:pt x="474" y="1031"/>
                    <a:pt x="481" y="1025"/>
                    <a:pt x="481" y="1016"/>
                  </a:cubicBezTo>
                  <a:lnTo>
                    <a:pt x="481" y="916"/>
                  </a:lnTo>
                  <a:lnTo>
                    <a:pt x="481" y="916"/>
                  </a:lnTo>
                  <a:lnTo>
                    <a:pt x="481" y="916"/>
                  </a:lnTo>
                  <a:lnTo>
                    <a:pt x="481" y="849"/>
                  </a:lnTo>
                  <a:cubicBezTo>
                    <a:pt x="481" y="841"/>
                    <a:pt x="474" y="834"/>
                    <a:pt x="466" y="834"/>
                  </a:cubicBezTo>
                  <a:lnTo>
                    <a:pt x="431" y="834"/>
                  </a:lnTo>
                  <a:lnTo>
                    <a:pt x="431" y="761"/>
                  </a:lnTo>
                  <a:cubicBezTo>
                    <a:pt x="619" y="737"/>
                    <a:pt x="765" y="576"/>
                    <a:pt x="765" y="38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55" name="Google Shape;1655;p55"/>
            <p:cNvSpPr/>
            <p:nvPr/>
          </p:nvSpPr>
          <p:spPr>
            <a:xfrm>
              <a:off x="1069200" y="4178880"/>
              <a:ext cx="227160" cy="227160"/>
            </a:xfrm>
            <a:custGeom>
              <a:rect b="b" l="l" r="r" t="t"/>
              <a:pathLst>
                <a:path extrusionOk="0" h="631" w="631">
                  <a:moveTo>
                    <a:pt x="315" y="30"/>
                  </a:moveTo>
                  <a:cubicBezTo>
                    <a:pt x="473" y="30"/>
                    <a:pt x="601" y="158"/>
                    <a:pt x="601" y="315"/>
                  </a:cubicBezTo>
                  <a:cubicBezTo>
                    <a:pt x="601" y="377"/>
                    <a:pt x="581" y="434"/>
                    <a:pt x="547" y="481"/>
                  </a:cubicBezTo>
                  <a:lnTo>
                    <a:pt x="547" y="348"/>
                  </a:lnTo>
                  <a:lnTo>
                    <a:pt x="547" y="348"/>
                  </a:lnTo>
                  <a:lnTo>
                    <a:pt x="547" y="347"/>
                  </a:lnTo>
                  <a:lnTo>
                    <a:pt x="547" y="346"/>
                  </a:lnTo>
                  <a:lnTo>
                    <a:pt x="547" y="346"/>
                  </a:lnTo>
                  <a:cubicBezTo>
                    <a:pt x="547" y="345"/>
                    <a:pt x="547" y="344"/>
                    <a:pt x="546" y="344"/>
                  </a:cubicBezTo>
                  <a:cubicBezTo>
                    <a:pt x="546" y="343"/>
                    <a:pt x="546" y="343"/>
                    <a:pt x="546" y="343"/>
                  </a:cubicBezTo>
                  <a:lnTo>
                    <a:pt x="546" y="342"/>
                  </a:lnTo>
                  <a:cubicBezTo>
                    <a:pt x="546" y="341"/>
                    <a:pt x="546" y="341"/>
                    <a:pt x="546" y="341"/>
                  </a:cubicBezTo>
                  <a:cubicBezTo>
                    <a:pt x="545" y="341"/>
                    <a:pt x="545" y="340"/>
                    <a:pt x="544" y="340"/>
                  </a:cubicBezTo>
                  <a:lnTo>
                    <a:pt x="544" y="339"/>
                  </a:lnTo>
                  <a:lnTo>
                    <a:pt x="543" y="338"/>
                  </a:lnTo>
                  <a:lnTo>
                    <a:pt x="543" y="338"/>
                  </a:lnTo>
                  <a:lnTo>
                    <a:pt x="376" y="171"/>
                  </a:lnTo>
                  <a:lnTo>
                    <a:pt x="376" y="171"/>
                  </a:lnTo>
                  <a:cubicBezTo>
                    <a:pt x="376" y="170"/>
                    <a:pt x="375" y="170"/>
                    <a:pt x="374" y="170"/>
                  </a:cubicBezTo>
                  <a:lnTo>
                    <a:pt x="374" y="169"/>
                  </a:lnTo>
                  <a:cubicBezTo>
                    <a:pt x="374" y="169"/>
                    <a:pt x="373" y="169"/>
                    <a:pt x="372" y="168"/>
                  </a:cubicBezTo>
                  <a:lnTo>
                    <a:pt x="372" y="168"/>
                  </a:lnTo>
                  <a:cubicBezTo>
                    <a:pt x="372" y="168"/>
                    <a:pt x="371" y="168"/>
                    <a:pt x="371" y="167"/>
                  </a:cubicBezTo>
                  <a:cubicBezTo>
                    <a:pt x="370" y="167"/>
                    <a:pt x="370" y="167"/>
                    <a:pt x="370" y="167"/>
                  </a:cubicBezTo>
                  <a:cubicBezTo>
                    <a:pt x="370" y="167"/>
                    <a:pt x="369" y="167"/>
                    <a:pt x="368" y="167"/>
                  </a:cubicBezTo>
                  <a:lnTo>
                    <a:pt x="368" y="167"/>
                  </a:lnTo>
                  <a:cubicBezTo>
                    <a:pt x="368" y="167"/>
                    <a:pt x="367" y="167"/>
                    <a:pt x="366" y="167"/>
                  </a:cubicBezTo>
                  <a:lnTo>
                    <a:pt x="366" y="167"/>
                  </a:lnTo>
                  <a:lnTo>
                    <a:pt x="365" y="167"/>
                  </a:lnTo>
                  <a:lnTo>
                    <a:pt x="98" y="167"/>
                  </a:lnTo>
                  <a:cubicBezTo>
                    <a:pt x="90" y="167"/>
                    <a:pt x="83" y="173"/>
                    <a:pt x="83" y="182"/>
                  </a:cubicBezTo>
                  <a:lnTo>
                    <a:pt x="83" y="481"/>
                  </a:lnTo>
                  <a:cubicBezTo>
                    <a:pt x="50" y="434"/>
                    <a:pt x="30" y="377"/>
                    <a:pt x="30" y="315"/>
                  </a:cubicBezTo>
                  <a:cubicBezTo>
                    <a:pt x="30" y="158"/>
                    <a:pt x="158" y="30"/>
                    <a:pt x="315" y="30"/>
                  </a:cubicBezTo>
                  <a:moveTo>
                    <a:pt x="380" y="218"/>
                  </a:moveTo>
                  <a:lnTo>
                    <a:pt x="496" y="333"/>
                  </a:lnTo>
                  <a:lnTo>
                    <a:pt x="380" y="333"/>
                  </a:lnTo>
                  <a:lnTo>
                    <a:pt x="380" y="218"/>
                  </a:lnTo>
                  <a:moveTo>
                    <a:pt x="315" y="600"/>
                  </a:moveTo>
                  <a:cubicBezTo>
                    <a:pt x="237" y="600"/>
                    <a:pt x="165" y="568"/>
                    <a:pt x="113" y="517"/>
                  </a:cubicBezTo>
                  <a:lnTo>
                    <a:pt x="113" y="197"/>
                  </a:lnTo>
                  <a:lnTo>
                    <a:pt x="350" y="197"/>
                  </a:lnTo>
                  <a:lnTo>
                    <a:pt x="350" y="348"/>
                  </a:lnTo>
                  <a:cubicBezTo>
                    <a:pt x="350" y="357"/>
                    <a:pt x="357" y="364"/>
                    <a:pt x="365" y="364"/>
                  </a:cubicBezTo>
                  <a:lnTo>
                    <a:pt x="517" y="364"/>
                  </a:lnTo>
                  <a:lnTo>
                    <a:pt x="517" y="517"/>
                  </a:lnTo>
                  <a:cubicBezTo>
                    <a:pt x="465" y="568"/>
                    <a:pt x="394" y="600"/>
                    <a:pt x="315" y="600"/>
                  </a:cubicBezTo>
                  <a:moveTo>
                    <a:pt x="86" y="532"/>
                  </a:moveTo>
                  <a:cubicBezTo>
                    <a:pt x="87" y="533"/>
                    <a:pt x="88" y="534"/>
                    <a:pt x="89" y="535"/>
                  </a:cubicBezTo>
                  <a:cubicBezTo>
                    <a:pt x="146" y="594"/>
                    <a:pt x="227" y="631"/>
                    <a:pt x="315" y="631"/>
                  </a:cubicBezTo>
                  <a:cubicBezTo>
                    <a:pt x="404" y="631"/>
                    <a:pt x="484" y="594"/>
                    <a:pt x="541" y="535"/>
                  </a:cubicBezTo>
                  <a:cubicBezTo>
                    <a:pt x="543" y="534"/>
                    <a:pt x="544" y="533"/>
                    <a:pt x="545" y="532"/>
                  </a:cubicBezTo>
                  <a:cubicBezTo>
                    <a:pt x="598" y="475"/>
                    <a:pt x="631" y="399"/>
                    <a:pt x="631" y="315"/>
                  </a:cubicBezTo>
                  <a:cubicBezTo>
                    <a:pt x="631" y="141"/>
                    <a:pt x="489" y="0"/>
                    <a:pt x="315" y="0"/>
                  </a:cubicBezTo>
                  <a:cubicBezTo>
                    <a:pt x="141" y="0"/>
                    <a:pt x="0" y="141"/>
                    <a:pt x="0" y="315"/>
                  </a:cubicBezTo>
                  <a:cubicBezTo>
                    <a:pt x="0" y="399"/>
                    <a:pt x="33" y="475"/>
                    <a:pt x="86" y="532"/>
                  </a:cubicBezTo>
                  <a:close/>
                </a:path>
              </a:pathLst>
            </a:custGeom>
            <a:solidFill>
              <a:srgbClr val="3C2C3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56" name="Google Shape;1656;p55"/>
            <p:cNvSpPr/>
            <p:nvPr/>
          </p:nvSpPr>
          <p:spPr>
            <a:xfrm>
              <a:off x="1123200" y="4262760"/>
              <a:ext cx="34920" cy="34920"/>
            </a:xfrm>
            <a:custGeom>
              <a:rect b="b" l="l" r="r" t="t"/>
              <a:pathLst>
                <a:path extrusionOk="0" h="97" w="97">
                  <a:moveTo>
                    <a:pt x="30" y="30"/>
                  </a:moveTo>
                  <a:lnTo>
                    <a:pt x="67" y="30"/>
                  </a:lnTo>
                  <a:lnTo>
                    <a:pt x="67" y="67"/>
                  </a:lnTo>
                  <a:lnTo>
                    <a:pt x="30" y="67"/>
                  </a:lnTo>
                  <a:lnTo>
                    <a:pt x="30" y="30"/>
                  </a:lnTo>
                  <a:moveTo>
                    <a:pt x="15" y="97"/>
                  </a:moveTo>
                  <a:lnTo>
                    <a:pt x="82" y="97"/>
                  </a:lnTo>
                  <a:cubicBezTo>
                    <a:pt x="90" y="97"/>
                    <a:pt x="97" y="90"/>
                    <a:pt x="97" y="82"/>
                  </a:cubicBezTo>
                  <a:lnTo>
                    <a:pt x="97" y="15"/>
                  </a:lnTo>
                  <a:cubicBezTo>
                    <a:pt x="97" y="7"/>
                    <a:pt x="90" y="0"/>
                    <a:pt x="82" y="0"/>
                  </a:cubicBezTo>
                  <a:lnTo>
                    <a:pt x="15" y="0"/>
                  </a:lnTo>
                  <a:cubicBezTo>
                    <a:pt x="7" y="0"/>
                    <a:pt x="0" y="7"/>
                    <a:pt x="0" y="15"/>
                  </a:cubicBezTo>
                  <a:lnTo>
                    <a:pt x="0" y="82"/>
                  </a:lnTo>
                  <a:cubicBezTo>
                    <a:pt x="0" y="90"/>
                    <a:pt x="7" y="97"/>
                    <a:pt x="15" y="97"/>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57" name="Google Shape;1657;p55"/>
            <p:cNvSpPr/>
            <p:nvPr/>
          </p:nvSpPr>
          <p:spPr>
            <a:xfrm>
              <a:off x="1123200" y="4322880"/>
              <a:ext cx="119160" cy="34920"/>
            </a:xfrm>
            <a:custGeom>
              <a:rect b="b" l="l" r="r" t="t"/>
              <a:pathLst>
                <a:path extrusionOk="0" h="97" w="331">
                  <a:moveTo>
                    <a:pt x="300" y="67"/>
                  </a:moveTo>
                  <a:lnTo>
                    <a:pt x="30" y="67"/>
                  </a:lnTo>
                  <a:lnTo>
                    <a:pt x="30" y="30"/>
                  </a:lnTo>
                  <a:lnTo>
                    <a:pt x="300" y="30"/>
                  </a:lnTo>
                  <a:lnTo>
                    <a:pt x="300" y="67"/>
                  </a:lnTo>
                  <a:moveTo>
                    <a:pt x="315" y="0"/>
                  </a:moveTo>
                  <a:lnTo>
                    <a:pt x="15" y="0"/>
                  </a:lnTo>
                  <a:cubicBezTo>
                    <a:pt x="7" y="0"/>
                    <a:pt x="0" y="7"/>
                    <a:pt x="0" y="15"/>
                  </a:cubicBezTo>
                  <a:lnTo>
                    <a:pt x="0" y="82"/>
                  </a:lnTo>
                  <a:cubicBezTo>
                    <a:pt x="0" y="90"/>
                    <a:pt x="7" y="97"/>
                    <a:pt x="15" y="97"/>
                  </a:cubicBezTo>
                  <a:lnTo>
                    <a:pt x="315" y="97"/>
                  </a:lnTo>
                  <a:cubicBezTo>
                    <a:pt x="324" y="97"/>
                    <a:pt x="331" y="90"/>
                    <a:pt x="331" y="82"/>
                  </a:cubicBezTo>
                  <a:lnTo>
                    <a:pt x="331" y="15"/>
                  </a:lnTo>
                  <a:cubicBezTo>
                    <a:pt x="331" y="7"/>
                    <a:pt x="324" y="0"/>
                    <a:pt x="315" y="0"/>
                  </a:cubicBezTo>
                  <a:close/>
                </a:path>
              </a:pathLst>
            </a:custGeom>
            <a:solidFill>
              <a:srgbClr val="3C2C3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1658" name="Google Shape;1658;p55"/>
          <p:cNvSpPr/>
          <p:nvPr/>
        </p:nvSpPr>
        <p:spPr>
          <a:xfrm rot="5400000">
            <a:off x="369489" y="920615"/>
            <a:ext cx="371152" cy="614174"/>
          </a:xfrm>
          <a:custGeom>
            <a:rect b="b" l="l" r="r" t="t"/>
            <a:pathLst>
              <a:path extrusionOk="0" h="2406" w="1454">
                <a:moveTo>
                  <a:pt x="1454" y="1260"/>
                </a:moveTo>
                <a:lnTo>
                  <a:pt x="727" y="0"/>
                </a:lnTo>
                <a:lnTo>
                  <a:pt x="0" y="1260"/>
                </a:lnTo>
                <a:lnTo>
                  <a:pt x="375" y="1260"/>
                </a:lnTo>
                <a:lnTo>
                  <a:pt x="375" y="2406"/>
                </a:lnTo>
                <a:lnTo>
                  <a:pt x="1079" y="2406"/>
                </a:lnTo>
                <a:lnTo>
                  <a:pt x="1079" y="1260"/>
                </a:lnTo>
                <a:lnTo>
                  <a:pt x="1454" y="1260"/>
                </a:ln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9" name="Google Shape;1659;p55"/>
          <p:cNvSpPr/>
          <p:nvPr/>
        </p:nvSpPr>
        <p:spPr>
          <a:xfrm rot="-1364440">
            <a:off x="5705385" y="2187856"/>
            <a:ext cx="744256" cy="108923"/>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0" name="Google Shape;1660;p55"/>
          <p:cNvSpPr/>
          <p:nvPr/>
        </p:nvSpPr>
        <p:spPr>
          <a:xfrm rot="-9449203">
            <a:off x="2820881" y="2193816"/>
            <a:ext cx="744324" cy="108808"/>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1" name="Google Shape;1661;p55"/>
          <p:cNvSpPr txBox="1"/>
          <p:nvPr>
            <p:ph idx="4294967295" type="subTitle"/>
          </p:nvPr>
        </p:nvSpPr>
        <p:spPr>
          <a:xfrm>
            <a:off x="385575" y="2440975"/>
            <a:ext cx="3332100" cy="8019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300">
                <a:solidFill>
                  <a:srgbClr val="000000"/>
                </a:solidFill>
              </a:rPr>
              <a:t>Compare to other datasets</a:t>
            </a:r>
            <a:endParaRPr sz="1300">
              <a:solidFill>
                <a:srgbClr val="000000"/>
              </a:solidFill>
            </a:endParaRPr>
          </a:p>
          <a:p>
            <a:pPr indent="-311150" lvl="1" marL="914400" rtl="0" algn="l">
              <a:spcBef>
                <a:spcPts val="0"/>
              </a:spcBef>
              <a:spcAft>
                <a:spcPts val="0"/>
              </a:spcAft>
              <a:buClr>
                <a:srgbClr val="000000"/>
              </a:buClr>
              <a:buSzPts val="1300"/>
              <a:buChar char="○"/>
            </a:pPr>
            <a:r>
              <a:rPr lang="en" sz="1100">
                <a:solidFill>
                  <a:srgbClr val="000000"/>
                </a:solidFill>
              </a:rPr>
              <a:t>See if the model works on students from other schools or places</a:t>
            </a:r>
            <a:endParaRPr sz="1100">
              <a:solidFill>
                <a:srgbClr val="000000"/>
              </a:solidFill>
            </a:endParaRPr>
          </a:p>
          <a:p>
            <a:pPr indent="-311150" lvl="1" marL="914400" rtl="0" algn="l">
              <a:spcBef>
                <a:spcPts val="0"/>
              </a:spcBef>
              <a:spcAft>
                <a:spcPts val="0"/>
              </a:spcAft>
              <a:buClr>
                <a:srgbClr val="000000"/>
              </a:buClr>
              <a:buSzPts val="1300"/>
              <a:buChar char="○"/>
            </a:pPr>
            <a:r>
              <a:rPr lang="en" sz="1100">
                <a:solidFill>
                  <a:srgbClr val="000000"/>
                </a:solidFill>
              </a:rPr>
              <a:t>Helps check if the results are true for more than one group</a:t>
            </a:r>
            <a:endParaRPr sz="1100">
              <a:solidFill>
                <a:srgbClr val="000000"/>
              </a:solidFill>
            </a:endParaRPr>
          </a:p>
          <a:p>
            <a:pPr indent="-311150" lvl="1" marL="914400" rtl="0" algn="l">
              <a:spcBef>
                <a:spcPts val="0"/>
              </a:spcBef>
              <a:spcAft>
                <a:spcPts val="0"/>
              </a:spcAft>
              <a:buClr>
                <a:srgbClr val="000000"/>
              </a:buClr>
              <a:buSzPts val="1300"/>
              <a:buFont typeface="Arial"/>
              <a:buChar char="○"/>
            </a:pPr>
            <a:r>
              <a:rPr lang="en" sz="1100">
                <a:solidFill>
                  <a:srgbClr val="000000"/>
                </a:solidFill>
              </a:rPr>
              <a:t>Use real-world educatio</a:t>
            </a:r>
            <a:r>
              <a:rPr lang="en" sz="1100">
                <a:solidFill>
                  <a:srgbClr val="000000"/>
                </a:solidFill>
                <a:latin typeface="Arial"/>
                <a:ea typeface="Arial"/>
                <a:cs typeface="Arial"/>
                <a:sym typeface="Arial"/>
              </a:rPr>
              <a:t>n data</a:t>
            </a:r>
            <a:endParaRPr sz="1300">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56"/>
          <p:cNvSpPr txBox="1"/>
          <p:nvPr>
            <p:ph type="title"/>
          </p:nvPr>
        </p:nvSpPr>
        <p:spPr>
          <a:xfrm>
            <a:off x="2347950" y="1379550"/>
            <a:ext cx="4448100" cy="238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400"/>
              <a:t>Thank You!</a:t>
            </a:r>
            <a:endParaRPr sz="7400"/>
          </a:p>
        </p:txBody>
      </p:sp>
      <p:grpSp>
        <p:nvGrpSpPr>
          <p:cNvPr id="1667" name="Google Shape;1667;p56"/>
          <p:cNvGrpSpPr/>
          <p:nvPr/>
        </p:nvGrpSpPr>
        <p:grpSpPr>
          <a:xfrm>
            <a:off x="-1416405" y="1143899"/>
            <a:ext cx="11900600" cy="3335352"/>
            <a:chOff x="-1416405" y="1143899"/>
            <a:chExt cx="11900600" cy="3335352"/>
          </a:xfrm>
        </p:grpSpPr>
        <p:grpSp>
          <p:nvGrpSpPr>
            <p:cNvPr id="1668" name="Google Shape;1668;p56"/>
            <p:cNvGrpSpPr/>
            <p:nvPr/>
          </p:nvGrpSpPr>
          <p:grpSpPr>
            <a:xfrm>
              <a:off x="7893995" y="1977285"/>
              <a:ext cx="2590200" cy="1672200"/>
              <a:chOff x="7350120" y="6084360"/>
              <a:chExt cx="2590200" cy="1672200"/>
            </a:xfrm>
          </p:grpSpPr>
          <p:sp>
            <p:nvSpPr>
              <p:cNvPr id="1669" name="Google Shape;1669;p56"/>
              <p:cNvSpPr/>
              <p:nvPr/>
            </p:nvSpPr>
            <p:spPr>
              <a:xfrm>
                <a:off x="7350120" y="6241680"/>
                <a:ext cx="2590200" cy="1514880"/>
              </a:xfrm>
              <a:custGeom>
                <a:rect b="b" l="l" r="r" t="t"/>
                <a:pathLst>
                  <a:path extrusionOk="0" h="4208" w="7195">
                    <a:moveTo>
                      <a:pt x="7195" y="4208"/>
                    </a:moveTo>
                    <a:lnTo>
                      <a:pt x="0" y="4208"/>
                    </a:lnTo>
                    <a:lnTo>
                      <a:pt x="0" y="0"/>
                    </a:lnTo>
                    <a:lnTo>
                      <a:pt x="7195" y="0"/>
                    </a:lnTo>
                    <a:lnTo>
                      <a:pt x="7195" y="4208"/>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0" name="Google Shape;1670;p56"/>
              <p:cNvSpPr/>
              <p:nvPr/>
            </p:nvSpPr>
            <p:spPr>
              <a:xfrm>
                <a:off x="7350120" y="6084360"/>
                <a:ext cx="2590200" cy="157320"/>
              </a:xfrm>
              <a:custGeom>
                <a:rect b="b" l="l" r="r" t="t"/>
                <a:pathLst>
                  <a:path extrusionOk="0" h="437" w="7195">
                    <a:moveTo>
                      <a:pt x="6988" y="0"/>
                    </a:moveTo>
                    <a:lnTo>
                      <a:pt x="207" y="0"/>
                    </a:lnTo>
                    <a:cubicBezTo>
                      <a:pt x="93" y="0"/>
                      <a:pt x="0" y="93"/>
                      <a:pt x="0" y="207"/>
                    </a:cubicBezTo>
                    <a:lnTo>
                      <a:pt x="0" y="437"/>
                    </a:lnTo>
                    <a:lnTo>
                      <a:pt x="7195" y="437"/>
                    </a:lnTo>
                    <a:lnTo>
                      <a:pt x="7195" y="207"/>
                    </a:lnTo>
                    <a:cubicBezTo>
                      <a:pt x="7195" y="93"/>
                      <a:pt x="7102" y="0"/>
                      <a:pt x="6988"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1" name="Google Shape;1671;p56"/>
              <p:cNvSpPr/>
              <p:nvPr/>
            </p:nvSpPr>
            <p:spPr>
              <a:xfrm>
                <a:off x="7419240" y="6126840"/>
                <a:ext cx="72360" cy="72360"/>
              </a:xfrm>
              <a:custGeom>
                <a:rect b="b" l="l" r="r" t="t"/>
                <a:pathLst>
                  <a:path extrusionOk="0" h="201" w="201">
                    <a:moveTo>
                      <a:pt x="201" y="100"/>
                    </a:moveTo>
                    <a:cubicBezTo>
                      <a:pt x="201" y="156"/>
                      <a:pt x="156" y="201"/>
                      <a:pt x="100" y="201"/>
                    </a:cubicBezTo>
                    <a:cubicBezTo>
                      <a:pt x="45" y="201"/>
                      <a:pt x="0" y="156"/>
                      <a:pt x="0" y="100"/>
                    </a:cubicBezTo>
                    <a:cubicBezTo>
                      <a:pt x="0" y="45"/>
                      <a:pt x="45" y="0"/>
                      <a:pt x="100" y="0"/>
                    </a:cubicBezTo>
                    <a:cubicBezTo>
                      <a:pt x="156" y="0"/>
                      <a:pt x="201" y="45"/>
                      <a:pt x="201" y="100"/>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27350" lIns="90000" spcFirstLastPara="1" rIns="90000" wrap="square" tIns="273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2" name="Google Shape;1672;p56"/>
              <p:cNvSpPr/>
              <p:nvPr/>
            </p:nvSpPr>
            <p:spPr>
              <a:xfrm>
                <a:off x="7530840" y="6126840"/>
                <a:ext cx="72360" cy="72360"/>
              </a:xfrm>
              <a:custGeom>
                <a:rect b="b" l="l" r="r" t="t"/>
                <a:pathLst>
                  <a:path extrusionOk="0" h="201" w="201">
                    <a:moveTo>
                      <a:pt x="201" y="100"/>
                    </a:moveTo>
                    <a:cubicBezTo>
                      <a:pt x="201" y="156"/>
                      <a:pt x="156" y="201"/>
                      <a:pt x="101" y="201"/>
                    </a:cubicBezTo>
                    <a:cubicBezTo>
                      <a:pt x="45" y="201"/>
                      <a:pt x="0" y="156"/>
                      <a:pt x="0" y="100"/>
                    </a:cubicBezTo>
                    <a:cubicBezTo>
                      <a:pt x="0" y="45"/>
                      <a:pt x="45" y="0"/>
                      <a:pt x="101" y="0"/>
                    </a:cubicBezTo>
                    <a:cubicBezTo>
                      <a:pt x="156" y="0"/>
                      <a:pt x="201" y="45"/>
                      <a:pt x="201" y="100"/>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27350" lIns="90000" spcFirstLastPara="1" rIns="90000" wrap="square" tIns="273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3" name="Google Shape;1673;p56"/>
              <p:cNvSpPr/>
              <p:nvPr/>
            </p:nvSpPr>
            <p:spPr>
              <a:xfrm>
                <a:off x="7642800" y="6126840"/>
                <a:ext cx="72000" cy="72360"/>
              </a:xfrm>
              <a:custGeom>
                <a:rect b="b" l="l" r="r" t="t"/>
                <a:pathLst>
                  <a:path extrusionOk="0" h="201" w="200">
                    <a:moveTo>
                      <a:pt x="200" y="100"/>
                    </a:moveTo>
                    <a:cubicBezTo>
                      <a:pt x="200" y="156"/>
                      <a:pt x="156" y="201"/>
                      <a:pt x="100" y="201"/>
                    </a:cubicBezTo>
                    <a:cubicBezTo>
                      <a:pt x="45" y="201"/>
                      <a:pt x="0" y="156"/>
                      <a:pt x="0" y="100"/>
                    </a:cubicBezTo>
                    <a:cubicBezTo>
                      <a:pt x="0" y="45"/>
                      <a:pt x="45" y="0"/>
                      <a:pt x="100" y="0"/>
                    </a:cubicBezTo>
                    <a:cubicBezTo>
                      <a:pt x="156" y="0"/>
                      <a:pt x="200" y="45"/>
                      <a:pt x="200" y="100"/>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27350" lIns="90000" spcFirstLastPara="1" rIns="90000" wrap="square" tIns="273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4" name="Google Shape;1674;p56"/>
              <p:cNvSpPr/>
              <p:nvPr/>
            </p:nvSpPr>
            <p:spPr>
              <a:xfrm>
                <a:off x="7523280" y="6372000"/>
                <a:ext cx="2237760" cy="1217880"/>
              </a:xfrm>
              <a:custGeom>
                <a:rect b="b" l="l" r="r" t="t"/>
                <a:pathLst>
                  <a:path extrusionOk="0" h="3383" w="6216">
                    <a:moveTo>
                      <a:pt x="6216" y="3383"/>
                    </a:moveTo>
                    <a:lnTo>
                      <a:pt x="0" y="3383"/>
                    </a:lnTo>
                    <a:lnTo>
                      <a:pt x="0" y="0"/>
                    </a:lnTo>
                    <a:lnTo>
                      <a:pt x="42" y="0"/>
                    </a:lnTo>
                    <a:lnTo>
                      <a:pt x="42" y="3341"/>
                    </a:lnTo>
                    <a:lnTo>
                      <a:pt x="6216" y="3341"/>
                    </a:lnTo>
                    <a:lnTo>
                      <a:pt x="6216" y="3383"/>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75" name="Google Shape;1675;p56"/>
              <p:cNvSpPr/>
              <p:nvPr/>
            </p:nvSpPr>
            <p:spPr>
              <a:xfrm>
                <a:off x="7629840" y="7052040"/>
                <a:ext cx="218880" cy="448560"/>
              </a:xfrm>
              <a:custGeom>
                <a:rect b="b" l="l" r="r" t="t"/>
                <a:pathLst>
                  <a:path extrusionOk="0" h="1246" w="608">
                    <a:moveTo>
                      <a:pt x="608" y="0"/>
                    </a:moveTo>
                    <a:lnTo>
                      <a:pt x="0" y="0"/>
                    </a:lnTo>
                    <a:lnTo>
                      <a:pt x="0" y="1246"/>
                    </a:lnTo>
                    <a:lnTo>
                      <a:pt x="608" y="1246"/>
                    </a:lnTo>
                    <a:lnTo>
                      <a:pt x="608" y="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6" name="Google Shape;1676;p56"/>
              <p:cNvSpPr/>
              <p:nvPr/>
            </p:nvSpPr>
            <p:spPr>
              <a:xfrm>
                <a:off x="7984440" y="6415200"/>
                <a:ext cx="219240" cy="1085400"/>
              </a:xfrm>
              <a:custGeom>
                <a:rect b="b" l="l" r="r" t="t"/>
                <a:pathLst>
                  <a:path extrusionOk="0" h="3015" w="609">
                    <a:moveTo>
                      <a:pt x="609" y="0"/>
                    </a:moveTo>
                    <a:lnTo>
                      <a:pt x="0" y="0"/>
                    </a:lnTo>
                    <a:lnTo>
                      <a:pt x="0" y="3015"/>
                    </a:lnTo>
                    <a:lnTo>
                      <a:pt x="609" y="3015"/>
                    </a:lnTo>
                    <a:lnTo>
                      <a:pt x="609"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7" name="Google Shape;1677;p56"/>
              <p:cNvSpPr/>
              <p:nvPr/>
            </p:nvSpPr>
            <p:spPr>
              <a:xfrm>
                <a:off x="8339400" y="6681960"/>
                <a:ext cx="219240" cy="818640"/>
              </a:xfrm>
              <a:custGeom>
                <a:rect b="b" l="l" r="r" t="t"/>
                <a:pathLst>
                  <a:path extrusionOk="0" h="2274" w="609">
                    <a:moveTo>
                      <a:pt x="609" y="0"/>
                    </a:moveTo>
                    <a:lnTo>
                      <a:pt x="0" y="0"/>
                    </a:lnTo>
                    <a:lnTo>
                      <a:pt x="0" y="2274"/>
                    </a:lnTo>
                    <a:lnTo>
                      <a:pt x="609" y="2274"/>
                    </a:lnTo>
                    <a:lnTo>
                      <a:pt x="609" y="0"/>
                    </a:lnTo>
                    <a:close/>
                  </a:path>
                </a:pathLst>
              </a:custGeom>
              <a:solidFill>
                <a:srgbClr val="D1FAFB"/>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8" name="Google Shape;1678;p56"/>
              <p:cNvSpPr/>
              <p:nvPr/>
            </p:nvSpPr>
            <p:spPr>
              <a:xfrm>
                <a:off x="8694360" y="6824520"/>
                <a:ext cx="219240" cy="676080"/>
              </a:xfrm>
              <a:custGeom>
                <a:rect b="b" l="l" r="r" t="t"/>
                <a:pathLst>
                  <a:path extrusionOk="0" h="1878" w="609">
                    <a:moveTo>
                      <a:pt x="609" y="0"/>
                    </a:moveTo>
                    <a:lnTo>
                      <a:pt x="0" y="0"/>
                    </a:lnTo>
                    <a:lnTo>
                      <a:pt x="0" y="1878"/>
                    </a:lnTo>
                    <a:lnTo>
                      <a:pt x="609" y="1878"/>
                    </a:lnTo>
                    <a:lnTo>
                      <a:pt x="609" y="0"/>
                    </a:lnTo>
                    <a:close/>
                  </a:path>
                </a:pathLst>
              </a:custGeom>
              <a:solidFill>
                <a:srgbClr val="FCB100"/>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9" name="Google Shape;1679;p56"/>
              <p:cNvSpPr/>
              <p:nvPr/>
            </p:nvSpPr>
            <p:spPr>
              <a:xfrm>
                <a:off x="9049320" y="6999120"/>
                <a:ext cx="218880" cy="501480"/>
              </a:xfrm>
              <a:custGeom>
                <a:rect b="b" l="l" r="r" t="t"/>
                <a:pathLst>
                  <a:path extrusionOk="0" h="1393" w="608">
                    <a:moveTo>
                      <a:pt x="608" y="0"/>
                    </a:moveTo>
                    <a:lnTo>
                      <a:pt x="0" y="0"/>
                    </a:lnTo>
                    <a:lnTo>
                      <a:pt x="0" y="1393"/>
                    </a:lnTo>
                    <a:lnTo>
                      <a:pt x="608" y="1393"/>
                    </a:lnTo>
                    <a:lnTo>
                      <a:pt x="608" y="0"/>
                    </a:ln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0" name="Google Shape;1680;p56"/>
              <p:cNvSpPr/>
              <p:nvPr/>
            </p:nvSpPr>
            <p:spPr>
              <a:xfrm>
                <a:off x="9403920" y="6415200"/>
                <a:ext cx="219240" cy="1085400"/>
              </a:xfrm>
              <a:custGeom>
                <a:rect b="b" l="l" r="r" t="t"/>
                <a:pathLst>
                  <a:path extrusionOk="0" h="3015" w="609">
                    <a:moveTo>
                      <a:pt x="609" y="0"/>
                    </a:moveTo>
                    <a:lnTo>
                      <a:pt x="0" y="0"/>
                    </a:lnTo>
                    <a:lnTo>
                      <a:pt x="0" y="3015"/>
                    </a:lnTo>
                    <a:lnTo>
                      <a:pt x="609" y="3015"/>
                    </a:lnTo>
                    <a:lnTo>
                      <a:pt x="609" y="0"/>
                    </a:lnTo>
                    <a:close/>
                  </a:path>
                </a:pathLst>
              </a:custGeom>
              <a:solidFill>
                <a:srgbClr val="D1FAFB"/>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1" name="Google Shape;1681;p56"/>
              <p:cNvSpPr/>
              <p:nvPr/>
            </p:nvSpPr>
            <p:spPr>
              <a:xfrm>
                <a:off x="7629840" y="7642800"/>
                <a:ext cx="218880" cy="24120"/>
              </a:xfrm>
              <a:custGeom>
                <a:rect b="b" l="l" r="r" t="t"/>
                <a:pathLst>
                  <a:path extrusionOk="0" h="67" w="608">
                    <a:moveTo>
                      <a:pt x="608" y="67"/>
                    </a:moveTo>
                    <a:lnTo>
                      <a:pt x="0" y="67"/>
                    </a:lnTo>
                    <a:lnTo>
                      <a:pt x="0" y="0"/>
                    </a:lnTo>
                    <a:lnTo>
                      <a:pt x="608" y="0"/>
                    </a:lnTo>
                    <a:lnTo>
                      <a:pt x="608"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82" name="Google Shape;1682;p56"/>
              <p:cNvSpPr/>
              <p:nvPr/>
            </p:nvSpPr>
            <p:spPr>
              <a:xfrm>
                <a:off x="798444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83" name="Google Shape;1683;p56"/>
              <p:cNvSpPr/>
              <p:nvPr/>
            </p:nvSpPr>
            <p:spPr>
              <a:xfrm>
                <a:off x="833940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84" name="Google Shape;1684;p56"/>
              <p:cNvSpPr/>
              <p:nvPr/>
            </p:nvSpPr>
            <p:spPr>
              <a:xfrm>
                <a:off x="869436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85" name="Google Shape;1685;p56"/>
              <p:cNvSpPr/>
              <p:nvPr/>
            </p:nvSpPr>
            <p:spPr>
              <a:xfrm>
                <a:off x="9049320" y="7642800"/>
                <a:ext cx="218880" cy="24120"/>
              </a:xfrm>
              <a:custGeom>
                <a:rect b="b" l="l" r="r" t="t"/>
                <a:pathLst>
                  <a:path extrusionOk="0" h="67" w="608">
                    <a:moveTo>
                      <a:pt x="608" y="67"/>
                    </a:moveTo>
                    <a:lnTo>
                      <a:pt x="0" y="67"/>
                    </a:lnTo>
                    <a:lnTo>
                      <a:pt x="0" y="0"/>
                    </a:lnTo>
                    <a:lnTo>
                      <a:pt x="608" y="0"/>
                    </a:lnTo>
                    <a:lnTo>
                      <a:pt x="608"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86" name="Google Shape;1686;p56"/>
              <p:cNvSpPr/>
              <p:nvPr/>
            </p:nvSpPr>
            <p:spPr>
              <a:xfrm>
                <a:off x="940392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687" name="Google Shape;1687;p56"/>
            <p:cNvGrpSpPr/>
            <p:nvPr/>
          </p:nvGrpSpPr>
          <p:grpSpPr>
            <a:xfrm>
              <a:off x="-1416405" y="1977285"/>
              <a:ext cx="2590200" cy="1672200"/>
              <a:chOff x="7350120" y="6084360"/>
              <a:chExt cx="2590200" cy="1672200"/>
            </a:xfrm>
          </p:grpSpPr>
          <p:sp>
            <p:nvSpPr>
              <p:cNvPr id="1688" name="Google Shape;1688;p56"/>
              <p:cNvSpPr/>
              <p:nvPr/>
            </p:nvSpPr>
            <p:spPr>
              <a:xfrm>
                <a:off x="7350120" y="6241680"/>
                <a:ext cx="2590200" cy="1514880"/>
              </a:xfrm>
              <a:custGeom>
                <a:rect b="b" l="l" r="r" t="t"/>
                <a:pathLst>
                  <a:path extrusionOk="0" h="4208" w="7195">
                    <a:moveTo>
                      <a:pt x="7195" y="4208"/>
                    </a:moveTo>
                    <a:lnTo>
                      <a:pt x="0" y="4208"/>
                    </a:lnTo>
                    <a:lnTo>
                      <a:pt x="0" y="0"/>
                    </a:lnTo>
                    <a:lnTo>
                      <a:pt x="7195" y="0"/>
                    </a:lnTo>
                    <a:lnTo>
                      <a:pt x="7195" y="4208"/>
                    </a:lnTo>
                    <a:close/>
                  </a:path>
                </a:pathLst>
              </a:custGeom>
              <a:solidFill>
                <a:srgbClr val="FFFFFF"/>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9" name="Google Shape;1689;p56"/>
              <p:cNvSpPr/>
              <p:nvPr/>
            </p:nvSpPr>
            <p:spPr>
              <a:xfrm>
                <a:off x="7350120" y="6084360"/>
                <a:ext cx="2590200" cy="157320"/>
              </a:xfrm>
              <a:custGeom>
                <a:rect b="b" l="l" r="r" t="t"/>
                <a:pathLst>
                  <a:path extrusionOk="0" h="437" w="7195">
                    <a:moveTo>
                      <a:pt x="6988" y="0"/>
                    </a:moveTo>
                    <a:lnTo>
                      <a:pt x="207" y="0"/>
                    </a:lnTo>
                    <a:cubicBezTo>
                      <a:pt x="93" y="0"/>
                      <a:pt x="0" y="93"/>
                      <a:pt x="0" y="207"/>
                    </a:cubicBezTo>
                    <a:lnTo>
                      <a:pt x="0" y="437"/>
                    </a:lnTo>
                    <a:lnTo>
                      <a:pt x="7195" y="437"/>
                    </a:lnTo>
                    <a:lnTo>
                      <a:pt x="7195" y="207"/>
                    </a:lnTo>
                    <a:cubicBezTo>
                      <a:pt x="7195" y="93"/>
                      <a:pt x="7102" y="0"/>
                      <a:pt x="6988" y="0"/>
                    </a:cubicBezTo>
                    <a:close/>
                  </a:path>
                </a:pathLst>
              </a:custGeom>
              <a:solidFill>
                <a:srgbClr val="009096"/>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0" name="Google Shape;1690;p56"/>
              <p:cNvSpPr/>
              <p:nvPr/>
            </p:nvSpPr>
            <p:spPr>
              <a:xfrm>
                <a:off x="7419240" y="6126840"/>
                <a:ext cx="72360" cy="72360"/>
              </a:xfrm>
              <a:custGeom>
                <a:rect b="b" l="l" r="r" t="t"/>
                <a:pathLst>
                  <a:path extrusionOk="0" h="201" w="201">
                    <a:moveTo>
                      <a:pt x="201" y="100"/>
                    </a:moveTo>
                    <a:cubicBezTo>
                      <a:pt x="201" y="156"/>
                      <a:pt x="156" y="201"/>
                      <a:pt x="100" y="201"/>
                    </a:cubicBezTo>
                    <a:cubicBezTo>
                      <a:pt x="45" y="201"/>
                      <a:pt x="0" y="156"/>
                      <a:pt x="0" y="100"/>
                    </a:cubicBezTo>
                    <a:cubicBezTo>
                      <a:pt x="0" y="45"/>
                      <a:pt x="45" y="0"/>
                      <a:pt x="100" y="0"/>
                    </a:cubicBezTo>
                    <a:cubicBezTo>
                      <a:pt x="156" y="0"/>
                      <a:pt x="201" y="45"/>
                      <a:pt x="201" y="100"/>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27350" lIns="90000" spcFirstLastPara="1" rIns="90000" wrap="square" tIns="273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1" name="Google Shape;1691;p56"/>
              <p:cNvSpPr/>
              <p:nvPr/>
            </p:nvSpPr>
            <p:spPr>
              <a:xfrm>
                <a:off x="7530840" y="6126840"/>
                <a:ext cx="72360" cy="72360"/>
              </a:xfrm>
              <a:custGeom>
                <a:rect b="b" l="l" r="r" t="t"/>
                <a:pathLst>
                  <a:path extrusionOk="0" h="201" w="201">
                    <a:moveTo>
                      <a:pt x="201" y="100"/>
                    </a:moveTo>
                    <a:cubicBezTo>
                      <a:pt x="201" y="156"/>
                      <a:pt x="156" y="201"/>
                      <a:pt x="101" y="201"/>
                    </a:cubicBezTo>
                    <a:cubicBezTo>
                      <a:pt x="45" y="201"/>
                      <a:pt x="0" y="156"/>
                      <a:pt x="0" y="100"/>
                    </a:cubicBezTo>
                    <a:cubicBezTo>
                      <a:pt x="0" y="45"/>
                      <a:pt x="45" y="0"/>
                      <a:pt x="101" y="0"/>
                    </a:cubicBezTo>
                    <a:cubicBezTo>
                      <a:pt x="156" y="0"/>
                      <a:pt x="201" y="45"/>
                      <a:pt x="201" y="100"/>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27350" lIns="90000" spcFirstLastPara="1" rIns="90000" wrap="square" tIns="273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2" name="Google Shape;1692;p56"/>
              <p:cNvSpPr/>
              <p:nvPr/>
            </p:nvSpPr>
            <p:spPr>
              <a:xfrm>
                <a:off x="7642800" y="6126840"/>
                <a:ext cx="72000" cy="72360"/>
              </a:xfrm>
              <a:custGeom>
                <a:rect b="b" l="l" r="r" t="t"/>
                <a:pathLst>
                  <a:path extrusionOk="0" h="201" w="200">
                    <a:moveTo>
                      <a:pt x="200" y="100"/>
                    </a:moveTo>
                    <a:cubicBezTo>
                      <a:pt x="200" y="156"/>
                      <a:pt x="156" y="201"/>
                      <a:pt x="100" y="201"/>
                    </a:cubicBezTo>
                    <a:cubicBezTo>
                      <a:pt x="45" y="201"/>
                      <a:pt x="0" y="156"/>
                      <a:pt x="0" y="100"/>
                    </a:cubicBezTo>
                    <a:cubicBezTo>
                      <a:pt x="0" y="45"/>
                      <a:pt x="45" y="0"/>
                      <a:pt x="100" y="0"/>
                    </a:cubicBezTo>
                    <a:cubicBezTo>
                      <a:pt x="156" y="0"/>
                      <a:pt x="200" y="45"/>
                      <a:pt x="200" y="100"/>
                    </a:cubicBezTo>
                    <a:close/>
                  </a:path>
                </a:pathLst>
              </a:custGeom>
              <a:solidFill>
                <a:srgbClr val="FFFFFF"/>
              </a:solidFill>
              <a:ln cap="flat" cmpd="sng" w="19050">
                <a:solidFill>
                  <a:schemeClr val="dk1"/>
                </a:solidFill>
                <a:prstDash val="solid"/>
                <a:round/>
                <a:headEnd len="sm" w="sm" type="none"/>
                <a:tailEnd len="sm" w="sm" type="none"/>
              </a:ln>
            </p:spPr>
            <p:txBody>
              <a:bodyPr anchorCtr="1" anchor="ctr" bIns="27350" lIns="90000" spcFirstLastPara="1" rIns="90000" wrap="square" tIns="273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3" name="Google Shape;1693;p56"/>
              <p:cNvSpPr/>
              <p:nvPr/>
            </p:nvSpPr>
            <p:spPr>
              <a:xfrm>
                <a:off x="7523280" y="6372000"/>
                <a:ext cx="2237760" cy="1217880"/>
              </a:xfrm>
              <a:custGeom>
                <a:rect b="b" l="l" r="r" t="t"/>
                <a:pathLst>
                  <a:path extrusionOk="0" h="3383" w="6216">
                    <a:moveTo>
                      <a:pt x="6216" y="3383"/>
                    </a:moveTo>
                    <a:lnTo>
                      <a:pt x="0" y="3383"/>
                    </a:lnTo>
                    <a:lnTo>
                      <a:pt x="0" y="0"/>
                    </a:lnTo>
                    <a:lnTo>
                      <a:pt x="42" y="0"/>
                    </a:lnTo>
                    <a:lnTo>
                      <a:pt x="42" y="3341"/>
                    </a:lnTo>
                    <a:lnTo>
                      <a:pt x="6216" y="3341"/>
                    </a:lnTo>
                    <a:lnTo>
                      <a:pt x="6216" y="3383"/>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694" name="Google Shape;1694;p56"/>
              <p:cNvSpPr/>
              <p:nvPr/>
            </p:nvSpPr>
            <p:spPr>
              <a:xfrm>
                <a:off x="7629840" y="7052040"/>
                <a:ext cx="218880" cy="448560"/>
              </a:xfrm>
              <a:custGeom>
                <a:rect b="b" l="l" r="r" t="t"/>
                <a:pathLst>
                  <a:path extrusionOk="0" h="1246" w="608">
                    <a:moveTo>
                      <a:pt x="608" y="0"/>
                    </a:moveTo>
                    <a:lnTo>
                      <a:pt x="0" y="0"/>
                    </a:lnTo>
                    <a:lnTo>
                      <a:pt x="0" y="1246"/>
                    </a:lnTo>
                    <a:lnTo>
                      <a:pt x="608" y="1246"/>
                    </a:lnTo>
                    <a:lnTo>
                      <a:pt x="608" y="0"/>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5" name="Google Shape;1695;p56"/>
              <p:cNvSpPr/>
              <p:nvPr/>
            </p:nvSpPr>
            <p:spPr>
              <a:xfrm>
                <a:off x="7984440" y="6415200"/>
                <a:ext cx="219240" cy="1085400"/>
              </a:xfrm>
              <a:custGeom>
                <a:rect b="b" l="l" r="r" t="t"/>
                <a:pathLst>
                  <a:path extrusionOk="0" h="3015" w="609">
                    <a:moveTo>
                      <a:pt x="609" y="0"/>
                    </a:moveTo>
                    <a:lnTo>
                      <a:pt x="0" y="0"/>
                    </a:lnTo>
                    <a:lnTo>
                      <a:pt x="0" y="3015"/>
                    </a:lnTo>
                    <a:lnTo>
                      <a:pt x="609" y="3015"/>
                    </a:lnTo>
                    <a:lnTo>
                      <a:pt x="609" y="0"/>
                    </a:ln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6" name="Google Shape;1696;p56"/>
              <p:cNvSpPr/>
              <p:nvPr/>
            </p:nvSpPr>
            <p:spPr>
              <a:xfrm>
                <a:off x="8339400" y="6681960"/>
                <a:ext cx="219240" cy="818640"/>
              </a:xfrm>
              <a:custGeom>
                <a:rect b="b" l="l" r="r" t="t"/>
                <a:pathLst>
                  <a:path extrusionOk="0" h="2274" w="609">
                    <a:moveTo>
                      <a:pt x="609" y="0"/>
                    </a:moveTo>
                    <a:lnTo>
                      <a:pt x="0" y="0"/>
                    </a:lnTo>
                    <a:lnTo>
                      <a:pt x="0" y="2274"/>
                    </a:lnTo>
                    <a:lnTo>
                      <a:pt x="609" y="2274"/>
                    </a:lnTo>
                    <a:lnTo>
                      <a:pt x="609" y="0"/>
                    </a:lnTo>
                    <a:close/>
                  </a:path>
                </a:pathLst>
              </a:custGeom>
              <a:solidFill>
                <a:schemeClr val="accent4"/>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7" name="Google Shape;1697;p56"/>
              <p:cNvSpPr/>
              <p:nvPr/>
            </p:nvSpPr>
            <p:spPr>
              <a:xfrm>
                <a:off x="8694360" y="6824520"/>
                <a:ext cx="219240" cy="676080"/>
              </a:xfrm>
              <a:custGeom>
                <a:rect b="b" l="l" r="r" t="t"/>
                <a:pathLst>
                  <a:path extrusionOk="0" h="1878" w="609">
                    <a:moveTo>
                      <a:pt x="609" y="0"/>
                    </a:moveTo>
                    <a:lnTo>
                      <a:pt x="0" y="0"/>
                    </a:lnTo>
                    <a:lnTo>
                      <a:pt x="0" y="1878"/>
                    </a:lnTo>
                    <a:lnTo>
                      <a:pt x="609" y="1878"/>
                    </a:lnTo>
                    <a:lnTo>
                      <a:pt x="609" y="0"/>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8" name="Google Shape;1698;p56"/>
              <p:cNvSpPr/>
              <p:nvPr/>
            </p:nvSpPr>
            <p:spPr>
              <a:xfrm>
                <a:off x="9049320" y="6999120"/>
                <a:ext cx="218880" cy="501480"/>
              </a:xfrm>
              <a:custGeom>
                <a:rect b="b" l="l" r="r" t="t"/>
                <a:pathLst>
                  <a:path extrusionOk="0" h="1393" w="608">
                    <a:moveTo>
                      <a:pt x="608" y="0"/>
                    </a:moveTo>
                    <a:lnTo>
                      <a:pt x="0" y="0"/>
                    </a:lnTo>
                    <a:lnTo>
                      <a:pt x="0" y="1393"/>
                    </a:lnTo>
                    <a:lnTo>
                      <a:pt x="608" y="1393"/>
                    </a:lnTo>
                    <a:lnTo>
                      <a:pt x="608" y="0"/>
                    </a:lnTo>
                    <a:close/>
                  </a:path>
                </a:pathLst>
              </a:custGeom>
              <a:solidFill>
                <a:schemeClr val="accent3"/>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9" name="Google Shape;1699;p56"/>
              <p:cNvSpPr/>
              <p:nvPr/>
            </p:nvSpPr>
            <p:spPr>
              <a:xfrm>
                <a:off x="9403920" y="6415200"/>
                <a:ext cx="219240" cy="1085400"/>
              </a:xfrm>
              <a:custGeom>
                <a:rect b="b" l="l" r="r" t="t"/>
                <a:pathLst>
                  <a:path extrusionOk="0" h="3015" w="609">
                    <a:moveTo>
                      <a:pt x="609" y="0"/>
                    </a:moveTo>
                    <a:lnTo>
                      <a:pt x="0" y="0"/>
                    </a:lnTo>
                    <a:lnTo>
                      <a:pt x="0" y="3015"/>
                    </a:lnTo>
                    <a:lnTo>
                      <a:pt x="609" y="3015"/>
                    </a:lnTo>
                    <a:lnTo>
                      <a:pt x="609" y="0"/>
                    </a:lnTo>
                    <a:close/>
                  </a:path>
                </a:pathLst>
              </a:custGeom>
              <a:solidFill>
                <a:schemeClr val="accent4"/>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0" name="Google Shape;1700;p56"/>
              <p:cNvSpPr/>
              <p:nvPr/>
            </p:nvSpPr>
            <p:spPr>
              <a:xfrm>
                <a:off x="7629840" y="7642800"/>
                <a:ext cx="218880" cy="24120"/>
              </a:xfrm>
              <a:custGeom>
                <a:rect b="b" l="l" r="r" t="t"/>
                <a:pathLst>
                  <a:path extrusionOk="0" h="67" w="608">
                    <a:moveTo>
                      <a:pt x="608" y="67"/>
                    </a:moveTo>
                    <a:lnTo>
                      <a:pt x="0" y="67"/>
                    </a:lnTo>
                    <a:lnTo>
                      <a:pt x="0" y="0"/>
                    </a:lnTo>
                    <a:lnTo>
                      <a:pt x="608" y="0"/>
                    </a:lnTo>
                    <a:lnTo>
                      <a:pt x="608"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701" name="Google Shape;1701;p56"/>
              <p:cNvSpPr/>
              <p:nvPr/>
            </p:nvSpPr>
            <p:spPr>
              <a:xfrm>
                <a:off x="798444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702" name="Google Shape;1702;p56"/>
              <p:cNvSpPr/>
              <p:nvPr/>
            </p:nvSpPr>
            <p:spPr>
              <a:xfrm>
                <a:off x="833940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703" name="Google Shape;1703;p56"/>
              <p:cNvSpPr/>
              <p:nvPr/>
            </p:nvSpPr>
            <p:spPr>
              <a:xfrm>
                <a:off x="869436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704" name="Google Shape;1704;p56"/>
              <p:cNvSpPr/>
              <p:nvPr/>
            </p:nvSpPr>
            <p:spPr>
              <a:xfrm>
                <a:off x="9049320" y="7642800"/>
                <a:ext cx="218880" cy="24120"/>
              </a:xfrm>
              <a:custGeom>
                <a:rect b="b" l="l" r="r" t="t"/>
                <a:pathLst>
                  <a:path extrusionOk="0" h="67" w="608">
                    <a:moveTo>
                      <a:pt x="608" y="67"/>
                    </a:moveTo>
                    <a:lnTo>
                      <a:pt x="0" y="67"/>
                    </a:lnTo>
                    <a:lnTo>
                      <a:pt x="0" y="0"/>
                    </a:lnTo>
                    <a:lnTo>
                      <a:pt x="608" y="0"/>
                    </a:lnTo>
                    <a:lnTo>
                      <a:pt x="608"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1705" name="Google Shape;1705;p56"/>
              <p:cNvSpPr/>
              <p:nvPr/>
            </p:nvSpPr>
            <p:spPr>
              <a:xfrm>
                <a:off x="9403920" y="7642800"/>
                <a:ext cx="219240" cy="24120"/>
              </a:xfrm>
              <a:custGeom>
                <a:rect b="b" l="l" r="r" t="t"/>
                <a:pathLst>
                  <a:path extrusionOk="0" h="67" w="609">
                    <a:moveTo>
                      <a:pt x="609" y="67"/>
                    </a:moveTo>
                    <a:lnTo>
                      <a:pt x="0" y="67"/>
                    </a:lnTo>
                    <a:lnTo>
                      <a:pt x="0" y="0"/>
                    </a:lnTo>
                    <a:lnTo>
                      <a:pt x="609" y="0"/>
                    </a:lnTo>
                    <a:lnTo>
                      <a:pt x="609" y="67"/>
                    </a:lnTo>
                    <a:close/>
                  </a:path>
                </a:pathLst>
              </a:custGeom>
              <a:solidFill>
                <a:srgbClr val="3E282C"/>
              </a:solidFill>
              <a:ln cap="flat" cmpd="sng" w="19050">
                <a:solidFill>
                  <a:schemeClr val="dk1"/>
                </a:solidFill>
                <a:prstDash val="solid"/>
                <a:round/>
                <a:headEnd len="sm" w="sm" type="none"/>
                <a:tailEnd len="sm" w="sm" type="none"/>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grpSp>
          <p:nvGrpSpPr>
            <p:cNvPr id="1706" name="Google Shape;1706;p56"/>
            <p:cNvGrpSpPr/>
            <p:nvPr/>
          </p:nvGrpSpPr>
          <p:grpSpPr>
            <a:xfrm>
              <a:off x="713235" y="1143899"/>
              <a:ext cx="7717534" cy="3335352"/>
              <a:chOff x="713235" y="1143899"/>
              <a:chExt cx="7717534" cy="3335352"/>
            </a:xfrm>
          </p:grpSpPr>
          <p:sp>
            <p:nvSpPr>
              <p:cNvPr id="1707" name="Google Shape;1707;p56"/>
              <p:cNvSpPr/>
              <p:nvPr/>
            </p:nvSpPr>
            <p:spPr>
              <a:xfrm>
                <a:off x="7965735" y="4018749"/>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8" name="Google Shape;1708;p56"/>
              <p:cNvSpPr/>
              <p:nvPr/>
            </p:nvSpPr>
            <p:spPr>
              <a:xfrm>
                <a:off x="713235" y="1143899"/>
                <a:ext cx="465034" cy="460502"/>
              </a:xfrm>
              <a:custGeom>
                <a:rect b="b" l="l" r="r" t="t"/>
                <a:pathLst>
                  <a:path extrusionOk="0" h="4471" w="4515">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cap="flat" cmpd="sng" w="19050">
                <a:solidFill>
                  <a:schemeClr val="dk1"/>
                </a:solidFill>
                <a:prstDash val="solid"/>
                <a:round/>
                <a:headEnd len="sm" w="sm" type="none"/>
                <a:tailEnd len="sm" w="sm" type="none"/>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Analysis and Statistics - 5th grade by Slidesgo">
  <a:themeElements>
    <a:clrScheme name="Simple Light">
      <a:dk1>
        <a:srgbClr val="3C2C31"/>
      </a:dk1>
      <a:lt1>
        <a:srgbClr val="E24E42"/>
      </a:lt1>
      <a:dk2>
        <a:srgbClr val="E9B000"/>
      </a:dk2>
      <a:lt2>
        <a:srgbClr val="008F95"/>
      </a:lt2>
      <a:accent1>
        <a:srgbClr val="DDFBFC"/>
      </a:accent1>
      <a:accent2>
        <a:srgbClr val="EB6E80"/>
      </a:accent2>
      <a:accent3>
        <a:srgbClr val="F8D2D2"/>
      </a:accent3>
      <a:accent4>
        <a:srgbClr val="FAEBEB"/>
      </a:accent4>
      <a:accent5>
        <a:srgbClr val="FFFFFF"/>
      </a:accent5>
      <a:accent6>
        <a:srgbClr val="FFFFFF"/>
      </a:accent6>
      <a:hlink>
        <a:srgbClr val="3C2C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